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1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12" r:id="rId10"/>
    <p:sldId id="311" r:id="rId11"/>
    <p:sldId id="317" r:id="rId12"/>
    <p:sldId id="3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orient="horz" pos="1661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C643"/>
    <a:srgbClr val="3C6474"/>
    <a:srgbClr val="4D87A1"/>
    <a:srgbClr val="04151F"/>
    <a:srgbClr val="F4E725"/>
    <a:srgbClr val="FFFFFF"/>
    <a:srgbClr val="28414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0D8FF-AB73-47D3-BC6E-81DED3A424A8}" v="15" dt="2026-05-20T07:04:09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82"/>
      </p:cViewPr>
      <p:guideLst>
        <p:guide orient="horz" pos="2591"/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zen Mohammed Al Shibani" userId="d1b189b7-829f-4ed6-b0d1-8517a4fcf57f" providerId="ADAL" clId="{B1B1557A-4D0F-49D3-B167-2BBF16A259D7}"/>
    <pc:docChg chg="undo custSel addSld delSld modSld modMainMaster">
      <pc:chgData name="Mazen Mohammed Al Shibani" userId="d1b189b7-829f-4ed6-b0d1-8517a4fcf57f" providerId="ADAL" clId="{B1B1557A-4D0F-49D3-B167-2BBF16A259D7}" dt="2026-05-20T07:12:42.909" v="8668" actId="20577"/>
      <pc:docMkLst>
        <pc:docMk/>
      </pc:docMkLst>
      <pc:sldChg chg="mod">
        <pc:chgData name="Mazen Mohammed Al Shibani" userId="d1b189b7-829f-4ed6-b0d1-8517a4fcf57f" providerId="ADAL" clId="{B1B1557A-4D0F-49D3-B167-2BBF16A259D7}" dt="2026-05-20T07:04:27.810" v="8667" actId="27918"/>
        <pc:sldMkLst>
          <pc:docMk/>
          <pc:sldMk cId="2898090089" sldId="311"/>
        </pc:sldMkLst>
      </pc:sldChg>
      <pc:sldChg chg="addSp delSp modSp mod">
        <pc:chgData name="Mazen Mohammed Al Shibani" userId="d1b189b7-829f-4ed6-b0d1-8517a4fcf57f" providerId="ADAL" clId="{B1B1557A-4D0F-49D3-B167-2BBF16A259D7}" dt="2026-05-20T07:04:12.205" v="8663" actId="1076"/>
        <pc:sldMkLst>
          <pc:docMk/>
          <pc:sldMk cId="910121304" sldId="317"/>
        </pc:sldMkLst>
        <pc:graphicFrameChg chg="add mod">
          <ac:chgData name="Mazen Mohammed Al Shibani" userId="d1b189b7-829f-4ed6-b0d1-8517a4fcf57f" providerId="ADAL" clId="{B1B1557A-4D0F-49D3-B167-2BBF16A259D7}" dt="2026-05-20T07:04:06.983" v="8661"/>
          <ac:graphicFrameMkLst>
            <pc:docMk/>
            <pc:sldMk cId="910121304" sldId="317"/>
            <ac:graphicFrameMk id="2" creationId="{2C5C9BCB-6A45-3146-903A-9ACA00D7F223}"/>
          </ac:graphicFrameMkLst>
        </pc:graphicFrameChg>
        <pc:graphicFrameChg chg="del">
          <ac:chgData name="Mazen Mohammed Al Shibani" userId="d1b189b7-829f-4ed6-b0d1-8517a4fcf57f" providerId="ADAL" clId="{B1B1557A-4D0F-49D3-B167-2BBF16A259D7}" dt="2026-05-20T07:04:05.620" v="8660" actId="478"/>
          <ac:graphicFrameMkLst>
            <pc:docMk/>
            <pc:sldMk cId="910121304" sldId="317"/>
            <ac:graphicFrameMk id="3" creationId="{8EDDC3B6-51C5-54EF-7875-EB364B17A235}"/>
          </ac:graphicFrameMkLst>
        </pc:graphicFrameChg>
        <pc:graphicFrameChg chg="add mod">
          <ac:chgData name="Mazen Mohammed Al Shibani" userId="d1b189b7-829f-4ed6-b0d1-8517a4fcf57f" providerId="ADAL" clId="{B1B1557A-4D0F-49D3-B167-2BBF16A259D7}" dt="2026-05-20T07:04:12.205" v="8663" actId="1076"/>
          <ac:graphicFrameMkLst>
            <pc:docMk/>
            <pc:sldMk cId="910121304" sldId="317"/>
            <ac:graphicFrameMk id="4" creationId="{F539C976-6A1A-429C-897F-1A39473767E3}"/>
          </ac:graphicFrameMkLst>
        </pc:graphicFrameChg>
      </pc:sldChg>
      <pc:sldChg chg="addSp delSp modSp mod">
        <pc:chgData name="Mazen Mohammed Al Shibani" userId="d1b189b7-829f-4ed6-b0d1-8517a4fcf57f" providerId="ADAL" clId="{B1B1557A-4D0F-49D3-B167-2BBF16A259D7}" dt="2026-05-20T06:31:01.550" v="8632" actId="27918"/>
        <pc:sldMkLst>
          <pc:docMk/>
          <pc:sldMk cId="3339741578" sldId="329"/>
        </pc:sldMkLst>
        <pc:spChg chg="mod">
          <ac:chgData name="Mazen Mohammed Al Shibani" userId="d1b189b7-829f-4ed6-b0d1-8517a4fcf57f" providerId="ADAL" clId="{B1B1557A-4D0F-49D3-B167-2BBF16A259D7}" dt="2026-05-20T06:30:47.988" v="8622" actId="20577"/>
          <ac:spMkLst>
            <pc:docMk/>
            <pc:sldMk cId="3339741578" sldId="329"/>
            <ac:spMk id="29" creationId="{41481D62-0885-4357-4A1F-3ACB42BD6EBE}"/>
          </ac:spMkLst>
        </pc:spChg>
        <pc:spChg chg="mod">
          <ac:chgData name="Mazen Mohammed Al Shibani" userId="d1b189b7-829f-4ed6-b0d1-8517a4fcf57f" providerId="ADAL" clId="{B1B1557A-4D0F-49D3-B167-2BBF16A259D7}" dt="2026-05-20T06:30:58.770" v="8630" actId="20577"/>
          <ac:spMkLst>
            <pc:docMk/>
            <pc:sldMk cId="3339741578" sldId="329"/>
            <ac:spMk id="39" creationId="{C2FBFB61-0E9A-8C63-C151-5DC643C68FF0}"/>
          </ac:spMkLst>
        </pc:spChg>
        <pc:spChg chg="mod">
          <ac:chgData name="Mazen Mohammed Al Shibani" userId="d1b189b7-829f-4ed6-b0d1-8517a4fcf57f" providerId="ADAL" clId="{B1B1557A-4D0F-49D3-B167-2BBF16A259D7}" dt="2026-05-19T20:33:41.823" v="8617" actId="20577"/>
          <ac:spMkLst>
            <pc:docMk/>
            <pc:sldMk cId="3339741578" sldId="329"/>
            <ac:spMk id="42" creationId="{99D575EF-CD34-4C8D-6B93-0940D7684043}"/>
          </ac:spMkLst>
        </pc:spChg>
        <pc:graphicFrameChg chg="mod">
          <ac:chgData name="Mazen Mohammed Al Shibani" userId="d1b189b7-829f-4ed6-b0d1-8517a4fcf57f" providerId="ADAL" clId="{B1B1557A-4D0F-49D3-B167-2BBF16A259D7}" dt="2026-05-19T20:33:30.665" v="8614"/>
          <ac:graphicFrameMkLst>
            <pc:docMk/>
            <pc:sldMk cId="3339741578" sldId="329"/>
            <ac:graphicFrameMk id="3" creationId="{00000000-0008-0000-0100-000004000000}"/>
          </ac:graphicFrameMkLst>
        </pc:graphicFrameChg>
      </pc:sldChg>
      <pc:sldChg chg="modSp mod">
        <pc:chgData name="Mazen Mohammed Al Shibani" userId="d1b189b7-829f-4ed6-b0d1-8517a4fcf57f" providerId="ADAL" clId="{B1B1557A-4D0F-49D3-B167-2BBF16A259D7}" dt="2026-05-20T06:32:14.490" v="8640" actId="20577"/>
        <pc:sldMkLst>
          <pc:docMk/>
          <pc:sldMk cId="1875804965" sldId="330"/>
        </pc:sldMkLst>
        <pc:spChg chg="mod">
          <ac:chgData name="Mazen Mohammed Al Shibani" userId="d1b189b7-829f-4ed6-b0d1-8517a4fcf57f" providerId="ADAL" clId="{B1B1557A-4D0F-49D3-B167-2BBF16A259D7}" dt="2026-05-20T06:32:14.490" v="8640" actId="20577"/>
          <ac:spMkLst>
            <pc:docMk/>
            <pc:sldMk cId="1875804965" sldId="330"/>
            <ac:spMk id="10" creationId="{45478534-448E-E56B-3CAA-76ACE378D0EB}"/>
          </ac:spMkLst>
        </pc:spChg>
      </pc:sldChg>
      <pc:sldChg chg="addSp delSp modSp mod">
        <pc:chgData name="Mazen Mohammed Al Shibani" userId="d1b189b7-829f-4ed6-b0d1-8517a4fcf57f" providerId="ADAL" clId="{B1B1557A-4D0F-49D3-B167-2BBF16A259D7}" dt="2026-05-20T07:12:42.909" v="8668" actId="20577"/>
        <pc:sldMkLst>
          <pc:docMk/>
          <pc:sldMk cId="254596828" sldId="333"/>
        </pc:sldMkLst>
        <pc:spChg chg="mod">
          <ac:chgData name="Mazen Mohammed Al Shibani" userId="d1b189b7-829f-4ed6-b0d1-8517a4fcf57f" providerId="ADAL" clId="{B1B1557A-4D0F-49D3-B167-2BBF16A259D7}" dt="2026-05-20T07:12:42.909" v="8668" actId="20577"/>
          <ac:spMkLst>
            <pc:docMk/>
            <pc:sldMk cId="254596828" sldId="333"/>
            <ac:spMk id="6" creationId="{54DF75F5-B9DC-3AE9-A62B-8D95C9542F19}"/>
          </ac:spMkLst>
        </pc:spChg>
        <pc:graphicFrameChg chg="del">
          <ac:chgData name="Mazen Mohammed Al Shibani" userId="d1b189b7-829f-4ed6-b0d1-8517a4fcf57f" providerId="ADAL" clId="{B1B1557A-4D0F-49D3-B167-2BBF16A259D7}" dt="2026-05-20T06:35:06.878" v="8641" actId="478"/>
          <ac:graphicFrameMkLst>
            <pc:docMk/>
            <pc:sldMk cId="254596828" sldId="333"/>
            <ac:graphicFrameMk id="2" creationId="{96447E86-26F4-4645-D4EC-A6489751D53D}"/>
          </ac:graphicFrameMkLst>
        </pc:graphicFrameChg>
        <pc:graphicFrameChg chg="add mod">
          <ac:chgData name="Mazen Mohammed Al Shibani" userId="d1b189b7-829f-4ed6-b0d1-8517a4fcf57f" providerId="ADAL" clId="{B1B1557A-4D0F-49D3-B167-2BBF16A259D7}" dt="2026-05-20T06:35:08.191" v="8642"/>
          <ac:graphicFrameMkLst>
            <pc:docMk/>
            <pc:sldMk cId="254596828" sldId="333"/>
            <ac:graphicFrameMk id="4" creationId="{1714AB60-F983-65B1-11AA-D6D16E205143}"/>
          </ac:graphicFrameMkLst>
        </pc:graphicFrameChg>
        <pc:graphicFrameChg chg="add mod">
          <ac:chgData name="Mazen Mohammed Al Shibani" userId="d1b189b7-829f-4ed6-b0d1-8517a4fcf57f" providerId="ADAL" clId="{B1B1557A-4D0F-49D3-B167-2BBF16A259D7}" dt="2026-05-20T06:35:10.817" v="8643"/>
          <ac:graphicFrameMkLst>
            <pc:docMk/>
            <pc:sldMk cId="254596828" sldId="333"/>
            <ac:graphicFrameMk id="12" creationId="{799A4C7B-4973-53C2-659C-C1598D6BBD2A}"/>
          </ac:graphicFrameMkLst>
        </pc:graphicFrameChg>
        <pc:graphicFrameChg chg="modGraphic">
          <ac:chgData name="Mazen Mohammed Al Shibani" userId="d1b189b7-829f-4ed6-b0d1-8517a4fcf57f" providerId="ADAL" clId="{B1B1557A-4D0F-49D3-B167-2BBF16A259D7}" dt="2026-05-20T06:35:38.473" v="8651" actId="20577"/>
          <ac:graphicFrameMkLst>
            <pc:docMk/>
            <pc:sldMk cId="254596828" sldId="333"/>
            <ac:graphicFrameMk id="14" creationId="{F07A3401-730B-CB5B-A290-350E5A42F713}"/>
          </ac:graphicFrameMkLst>
        </pc:graphicFrameChg>
        <pc:graphicFrameChg chg="add mod">
          <ac:chgData name="Mazen Mohammed Al Shibani" userId="d1b189b7-829f-4ed6-b0d1-8517a4fcf57f" providerId="ADAL" clId="{B1B1557A-4D0F-49D3-B167-2BBF16A259D7}" dt="2026-05-20T06:36:05.723" v="8654" actId="1076"/>
          <ac:graphicFrameMkLst>
            <pc:docMk/>
            <pc:sldMk cId="254596828" sldId="333"/>
            <ac:graphicFrameMk id="17" creationId="{134D191E-AB00-DECC-404E-353C24705824}"/>
          </ac:graphicFrameMkLst>
        </pc:graphicFrameChg>
        <pc:picChg chg="add del mod">
          <ac:chgData name="Mazen Mohammed Al Shibani" userId="d1b189b7-829f-4ed6-b0d1-8517a4fcf57f" providerId="ADAL" clId="{B1B1557A-4D0F-49D3-B167-2BBF16A259D7}" dt="2026-05-20T06:35:48.613" v="8652" actId="478"/>
          <ac:picMkLst>
            <pc:docMk/>
            <pc:sldMk cId="254596828" sldId="333"/>
            <ac:picMk id="16" creationId="{667D757B-EE20-F204-9EAE-3214B42CC4A0}"/>
          </ac:picMkLst>
        </pc:picChg>
      </pc:sldChg>
      <pc:sldChg chg="modSp mod">
        <pc:chgData name="Mazen Mohammed Al Shibani" userId="d1b189b7-829f-4ed6-b0d1-8517a4fcf57f" providerId="ADAL" clId="{B1B1557A-4D0F-49D3-B167-2BBF16A259D7}" dt="2026-05-20T06:36:11.426" v="8659" actId="20577"/>
        <pc:sldMkLst>
          <pc:docMk/>
          <pc:sldMk cId="2993091349" sldId="334"/>
        </pc:sldMkLst>
        <pc:spChg chg="mod">
          <ac:chgData name="Mazen Mohammed Al Shibani" userId="d1b189b7-829f-4ed6-b0d1-8517a4fcf57f" providerId="ADAL" clId="{B1B1557A-4D0F-49D3-B167-2BBF16A259D7}" dt="2026-05-20T06:36:11.426" v="8659" actId="20577"/>
          <ac:spMkLst>
            <pc:docMk/>
            <pc:sldMk cId="2993091349" sldId="334"/>
            <ac:spMk id="5" creationId="{207D84FC-3944-1178-6F3D-B6598D4B3BA3}"/>
          </ac:spMkLst>
        </pc:spChg>
      </pc:sldChg>
    </pc:docChg>
  </pc:docChgLst>
  <pc:docChgLst>
    <pc:chgData name="Sajeem Kormath Abdullatheef" userId="32926d5a-1a1b-40f8-acd2-1bdca5d5306e" providerId="ADAL" clId="{405B42D8-B3D7-4D88-B77C-E7A81D1BD9FB}"/>
    <pc:docChg chg="undo redo custSel modSld sldOrd">
      <pc:chgData name="Sajeem Kormath Abdullatheef" userId="32926d5a-1a1b-40f8-acd2-1bdca5d5306e" providerId="ADAL" clId="{405B42D8-B3D7-4D88-B77C-E7A81D1BD9FB}" dt="2026-05-19T06:20:57.305" v="3116" actId="14100"/>
      <pc:docMkLst>
        <pc:docMk/>
      </pc:docMkLst>
      <pc:sldChg chg="modSp mod">
        <pc:chgData name="Sajeem Kormath Abdullatheef" userId="32926d5a-1a1b-40f8-acd2-1bdca5d5306e" providerId="ADAL" clId="{405B42D8-B3D7-4D88-B77C-E7A81D1BD9FB}" dt="2026-05-04T06:36:02.512" v="1762" actId="20577"/>
        <pc:sldMkLst>
          <pc:docMk/>
          <pc:sldMk cId="3015005178" sldId="301"/>
        </pc:sldMkLst>
        <pc:spChg chg="mod">
          <ac:chgData name="Sajeem Kormath Abdullatheef" userId="32926d5a-1a1b-40f8-acd2-1bdca5d5306e" providerId="ADAL" clId="{405B42D8-B3D7-4D88-B77C-E7A81D1BD9FB}" dt="2026-05-04T06:36:02.512" v="1762" actId="20577"/>
          <ac:spMkLst>
            <pc:docMk/>
            <pc:sldMk cId="3015005178" sldId="301"/>
            <ac:spMk id="4" creationId="{B27BE010-801C-1113-5CF8-54854C2CB6AB}"/>
          </ac:spMkLst>
        </pc:spChg>
      </pc:sldChg>
      <pc:sldChg chg="addSp delSp modSp mod">
        <pc:chgData name="Sajeem Kormath Abdullatheef" userId="32926d5a-1a1b-40f8-acd2-1bdca5d5306e" providerId="ADAL" clId="{405B42D8-B3D7-4D88-B77C-E7A81D1BD9FB}" dt="2026-05-19T06:20:03.266" v="3106" actId="27918"/>
        <pc:sldMkLst>
          <pc:docMk/>
          <pc:sldMk cId="2898090089" sldId="311"/>
        </pc:sldMkLst>
        <pc:spChg chg="mod">
          <ac:chgData name="Sajeem Kormath Abdullatheef" userId="32926d5a-1a1b-40f8-acd2-1bdca5d5306e" providerId="ADAL" clId="{405B42D8-B3D7-4D88-B77C-E7A81D1BD9FB}" dt="2026-05-18T05:51:42.476" v="2842" actId="20577"/>
          <ac:spMkLst>
            <pc:docMk/>
            <pc:sldMk cId="2898090089" sldId="311"/>
            <ac:spMk id="2" creationId="{C904BB74-420E-6349-0E36-94CE73E281D0}"/>
          </ac:spMkLst>
        </pc:spChg>
        <pc:spChg chg="mod">
          <ac:chgData name="Sajeem Kormath Abdullatheef" userId="32926d5a-1a1b-40f8-acd2-1bdca5d5306e" providerId="ADAL" clId="{405B42D8-B3D7-4D88-B77C-E7A81D1BD9FB}" dt="2026-05-18T05:51:50.701" v="2848" actId="20577"/>
          <ac:spMkLst>
            <pc:docMk/>
            <pc:sldMk cId="2898090089" sldId="311"/>
            <ac:spMk id="3" creationId="{D8D97D6D-0ED9-07D3-07F1-5CA7A4C99655}"/>
          </ac:spMkLst>
        </pc:spChg>
        <pc:graphicFrameChg chg="add mod">
          <ac:chgData name="Sajeem Kormath Abdullatheef" userId="32926d5a-1a1b-40f8-acd2-1bdca5d5306e" providerId="ADAL" clId="{405B42D8-B3D7-4D88-B77C-E7A81D1BD9FB}" dt="2026-05-04T06:34:13.640" v="1739" actId="1076"/>
          <ac:graphicFrameMkLst>
            <pc:docMk/>
            <pc:sldMk cId="2898090089" sldId="311"/>
            <ac:graphicFrameMk id="5" creationId="{00000000-0008-0000-0500-000003000000}"/>
          </ac:graphicFrameMkLst>
        </pc:graphicFrameChg>
        <pc:graphicFrameChg chg="add mod">
          <ac:chgData name="Sajeem Kormath Abdullatheef" userId="32926d5a-1a1b-40f8-acd2-1bdca5d5306e" providerId="ADAL" clId="{405B42D8-B3D7-4D88-B77C-E7A81D1BD9FB}" dt="2026-05-04T06:34:37.578" v="1745" actId="14100"/>
          <ac:graphicFrameMkLst>
            <pc:docMk/>
            <pc:sldMk cId="2898090089" sldId="311"/>
            <ac:graphicFrameMk id="9" creationId="{00000000-0008-0000-0500-000004000000}"/>
          </ac:graphicFrameMkLst>
        </pc:graphicFrameChg>
      </pc:sldChg>
      <pc:sldChg chg="addSp delSp modSp mod">
        <pc:chgData name="Sajeem Kormath Abdullatheef" userId="32926d5a-1a1b-40f8-acd2-1bdca5d5306e" providerId="ADAL" clId="{405B42D8-B3D7-4D88-B77C-E7A81D1BD9FB}" dt="2026-05-19T06:19:56.406" v="3102" actId="27918"/>
        <pc:sldMkLst>
          <pc:docMk/>
          <pc:sldMk cId="4119300062" sldId="312"/>
        </pc:sldMkLst>
        <pc:grpChg chg="add del mod">
          <ac:chgData name="Sajeem Kormath Abdullatheef" userId="32926d5a-1a1b-40f8-acd2-1bdca5d5306e" providerId="ADAL" clId="{405B42D8-B3D7-4D88-B77C-E7A81D1BD9FB}" dt="2026-05-04T06:34:08.951" v="1736" actId="1076"/>
          <ac:grpSpMkLst>
            <pc:docMk/>
            <pc:sldMk cId="4119300062" sldId="312"/>
            <ac:grpSpMk id="36" creationId="{5C95BEB9-489A-4C75-8B7A-D3ECCCFBD429}"/>
          </ac:grpSpMkLst>
        </pc:grpChg>
        <pc:graphicFrameChg chg="add mod">
          <ac:chgData name="Sajeem Kormath Abdullatheef" userId="32926d5a-1a1b-40f8-acd2-1bdca5d5306e" providerId="ADAL" clId="{405B42D8-B3D7-4D88-B77C-E7A81D1BD9FB}" dt="2026-05-04T06:32:24.136" v="1726" actId="1076"/>
          <ac:graphicFrameMkLst>
            <pc:docMk/>
            <pc:sldMk cId="4119300062" sldId="312"/>
            <ac:graphicFrameMk id="2" creationId="{00000000-0008-0000-0500-000002000000}"/>
          </ac:graphicFrameMkLst>
        </pc:graphicFrameChg>
      </pc:sldChg>
      <pc:sldChg chg="addSp delSp modSp mod">
        <pc:chgData name="Sajeem Kormath Abdullatheef" userId="32926d5a-1a1b-40f8-acd2-1bdca5d5306e" providerId="ADAL" clId="{405B42D8-B3D7-4D88-B77C-E7A81D1BD9FB}" dt="2026-05-19T06:20:57.305" v="3116" actId="14100"/>
        <pc:sldMkLst>
          <pc:docMk/>
          <pc:sldMk cId="910121304" sldId="317"/>
        </pc:sldMkLst>
        <pc:graphicFrameChg chg="add del mod modGraphic">
          <ac:chgData name="Sajeem Kormath Abdullatheef" userId="32926d5a-1a1b-40f8-acd2-1bdca5d5306e" providerId="ADAL" clId="{405B42D8-B3D7-4D88-B77C-E7A81D1BD9FB}" dt="2026-05-19T06:20:11.462" v="3108" actId="478"/>
          <ac:graphicFrameMkLst>
            <pc:docMk/>
            <pc:sldMk cId="910121304" sldId="317"/>
            <ac:graphicFrameMk id="2" creationId="{916E9949-640E-79E0-046A-3ED20444FAEA}"/>
          </ac:graphicFrameMkLst>
        </pc:graphicFrameChg>
        <pc:graphicFrameChg chg="add mod modGraphic">
          <ac:chgData name="Sajeem Kormath Abdullatheef" userId="32926d5a-1a1b-40f8-acd2-1bdca5d5306e" providerId="ADAL" clId="{405B42D8-B3D7-4D88-B77C-E7A81D1BD9FB}" dt="2026-05-19T06:20:57.305" v="3116" actId="14100"/>
          <ac:graphicFrameMkLst>
            <pc:docMk/>
            <pc:sldMk cId="910121304" sldId="317"/>
            <ac:graphicFrameMk id="3" creationId="{8EDDC3B6-51C5-54EF-7875-EB364B17A235}"/>
          </ac:graphicFrameMkLst>
        </pc:graphicFrameChg>
      </pc:sldChg>
      <pc:sldChg chg="addSp delSp modSp mod">
        <pc:chgData name="Sajeem Kormath Abdullatheef" userId="32926d5a-1a1b-40f8-acd2-1bdca5d5306e" providerId="ADAL" clId="{405B42D8-B3D7-4D88-B77C-E7A81D1BD9FB}" dt="2026-05-19T06:11:02.684" v="3008" actId="20577"/>
        <pc:sldMkLst>
          <pc:docMk/>
          <pc:sldMk cId="3339741578" sldId="329"/>
        </pc:sldMkLst>
        <pc:spChg chg="mod">
          <ac:chgData name="Sajeem Kormath Abdullatheef" userId="32926d5a-1a1b-40f8-acd2-1bdca5d5306e" providerId="ADAL" clId="{405B42D8-B3D7-4D88-B77C-E7A81D1BD9FB}" dt="2026-05-19T06:08:52.145" v="2994" actId="20577"/>
          <ac:spMkLst>
            <pc:docMk/>
            <pc:sldMk cId="3339741578" sldId="329"/>
            <ac:spMk id="13" creationId="{E6642DBE-36BE-F28B-2A6E-D07485481B9C}"/>
          </ac:spMkLst>
        </pc:spChg>
        <pc:spChg chg="mod">
          <ac:chgData name="Sajeem Kormath Abdullatheef" userId="32926d5a-1a1b-40f8-acd2-1bdca5d5306e" providerId="ADAL" clId="{405B42D8-B3D7-4D88-B77C-E7A81D1BD9FB}" dt="2026-05-03T05:43:03.795" v="1507" actId="1076"/>
          <ac:spMkLst>
            <pc:docMk/>
            <pc:sldMk cId="3339741578" sldId="329"/>
            <ac:spMk id="17" creationId="{523C3021-5C52-068B-3589-E9CA605DA349}"/>
          </ac:spMkLst>
        </pc:spChg>
        <pc:spChg chg="mod">
          <ac:chgData name="Sajeem Kormath Abdullatheef" userId="32926d5a-1a1b-40f8-acd2-1bdca5d5306e" providerId="ADAL" clId="{405B42D8-B3D7-4D88-B77C-E7A81D1BD9FB}" dt="2026-05-19T06:11:02.684" v="3008" actId="20577"/>
          <ac:spMkLst>
            <pc:docMk/>
            <pc:sldMk cId="3339741578" sldId="329"/>
            <ac:spMk id="23" creationId="{BB0DF458-BF72-D131-2B6E-7F99DC845F36}"/>
          </ac:spMkLst>
        </pc:spChg>
        <pc:spChg chg="mod">
          <ac:chgData name="Sajeem Kormath Abdullatheef" userId="32926d5a-1a1b-40f8-acd2-1bdca5d5306e" providerId="ADAL" clId="{405B42D8-B3D7-4D88-B77C-E7A81D1BD9FB}" dt="2026-05-19T06:08:36.307" v="2984" actId="20577"/>
          <ac:spMkLst>
            <pc:docMk/>
            <pc:sldMk cId="3339741578" sldId="329"/>
            <ac:spMk id="29" creationId="{41481D62-0885-4357-4A1F-3ACB42BD6EBE}"/>
          </ac:spMkLst>
        </pc:spChg>
        <pc:spChg chg="mod">
          <ac:chgData name="Sajeem Kormath Abdullatheef" userId="32926d5a-1a1b-40f8-acd2-1bdca5d5306e" providerId="ADAL" clId="{405B42D8-B3D7-4D88-B77C-E7A81D1BD9FB}" dt="2026-05-19T06:10:49.660" v="3006" actId="20577"/>
          <ac:spMkLst>
            <pc:docMk/>
            <pc:sldMk cId="3339741578" sldId="329"/>
            <ac:spMk id="39" creationId="{C2FBFB61-0E9A-8C63-C151-5DC643C68FF0}"/>
          </ac:spMkLst>
        </pc:spChg>
        <pc:spChg chg="mod">
          <ac:chgData name="Sajeem Kormath Abdullatheef" userId="32926d5a-1a1b-40f8-acd2-1bdca5d5306e" providerId="ADAL" clId="{405B42D8-B3D7-4D88-B77C-E7A81D1BD9FB}" dt="2026-05-19T06:08:47.347" v="2990" actId="20577"/>
          <ac:spMkLst>
            <pc:docMk/>
            <pc:sldMk cId="3339741578" sldId="329"/>
            <ac:spMk id="42" creationId="{99D575EF-CD34-4C8D-6B93-0940D7684043}"/>
          </ac:spMkLst>
        </pc:spChg>
        <pc:graphicFrameChg chg="add del mod">
          <ac:chgData name="Sajeem Kormath Abdullatheef" userId="32926d5a-1a1b-40f8-acd2-1bdca5d5306e" providerId="ADAL" clId="{405B42D8-B3D7-4D88-B77C-E7A81D1BD9FB}" dt="2026-05-19T06:08:27.372" v="2981" actId="208"/>
          <ac:graphicFrameMkLst>
            <pc:docMk/>
            <pc:sldMk cId="3339741578" sldId="329"/>
            <ac:graphicFrameMk id="4" creationId="{00000000-0008-0000-0100-000005000000}"/>
          </ac:graphicFrameMkLst>
        </pc:graphicFrameChg>
        <pc:graphicFrameChg chg="mod">
          <ac:chgData name="Sajeem Kormath Abdullatheef" userId="32926d5a-1a1b-40f8-acd2-1bdca5d5306e" providerId="ADAL" clId="{405B42D8-B3D7-4D88-B77C-E7A81D1BD9FB}" dt="2026-05-04T06:16:51.885" v="1637" actId="1076"/>
          <ac:graphicFrameMkLst>
            <pc:docMk/>
            <pc:sldMk cId="3339741578" sldId="329"/>
            <ac:graphicFrameMk id="5" creationId="{00000000-0008-0000-0100-00000D000000}"/>
          </ac:graphicFrameMkLst>
        </pc:graphicFrameChg>
        <pc:graphicFrameChg chg="add del mod">
          <ac:chgData name="Sajeem Kormath Abdullatheef" userId="32926d5a-1a1b-40f8-acd2-1bdca5d5306e" providerId="ADAL" clId="{405B42D8-B3D7-4D88-B77C-E7A81D1BD9FB}" dt="2026-05-19T06:07:49.533" v="2967" actId="478"/>
          <ac:graphicFrameMkLst>
            <pc:docMk/>
            <pc:sldMk cId="3339741578" sldId="329"/>
            <ac:graphicFrameMk id="6" creationId="{00000000-0008-0000-0100-000005000000}"/>
          </ac:graphicFrameMkLst>
        </pc:graphicFrameChg>
      </pc:sldChg>
      <pc:sldChg chg="addSp delSp modSp mod">
        <pc:chgData name="Sajeem Kormath Abdullatheef" userId="32926d5a-1a1b-40f8-acd2-1bdca5d5306e" providerId="ADAL" clId="{405B42D8-B3D7-4D88-B77C-E7A81D1BD9FB}" dt="2026-05-19T06:11:20.896" v="3014" actId="20577"/>
        <pc:sldMkLst>
          <pc:docMk/>
          <pc:sldMk cId="1875804965" sldId="330"/>
        </pc:sldMkLst>
        <pc:spChg chg="add del">
          <ac:chgData name="Sajeem Kormath Abdullatheef" userId="32926d5a-1a1b-40f8-acd2-1bdca5d5306e" providerId="ADAL" clId="{405B42D8-B3D7-4D88-B77C-E7A81D1BD9FB}" dt="2026-05-04T06:38:16.929" v="1778" actId="478"/>
          <ac:spMkLst>
            <pc:docMk/>
            <pc:sldMk cId="1875804965" sldId="330"/>
            <ac:spMk id="6" creationId="{23DB6DF4-34CB-7431-B27B-76BD87DE7A7E}"/>
          </ac:spMkLst>
        </pc:spChg>
        <pc:spChg chg="mod">
          <ac:chgData name="Sajeem Kormath Abdullatheef" userId="32926d5a-1a1b-40f8-acd2-1bdca5d5306e" providerId="ADAL" clId="{405B42D8-B3D7-4D88-B77C-E7A81D1BD9FB}" dt="2026-05-19T06:11:20.896" v="3014" actId="20577"/>
          <ac:spMkLst>
            <pc:docMk/>
            <pc:sldMk cId="1875804965" sldId="330"/>
            <ac:spMk id="10" creationId="{45478534-448E-E56B-3CAA-76ACE378D0EB}"/>
          </ac:spMkLst>
        </pc:spChg>
        <pc:graphicFrameChg chg="add mod">
          <ac:chgData name="Sajeem Kormath Abdullatheef" userId="32926d5a-1a1b-40f8-acd2-1bdca5d5306e" providerId="ADAL" clId="{405B42D8-B3D7-4D88-B77C-E7A81D1BD9FB}" dt="2026-05-04T06:37:49.012" v="1775" actId="404"/>
          <ac:graphicFrameMkLst>
            <pc:docMk/>
            <pc:sldMk cId="1875804965" sldId="330"/>
            <ac:graphicFrameMk id="2" creationId="{00000000-0008-0000-0300-000004000000}"/>
          </ac:graphicFrameMkLst>
        </pc:graphicFrameChg>
        <pc:graphicFrameChg chg="add mod">
          <ac:chgData name="Sajeem Kormath Abdullatheef" userId="32926d5a-1a1b-40f8-acd2-1bdca5d5306e" providerId="ADAL" clId="{405B42D8-B3D7-4D88-B77C-E7A81D1BD9FB}" dt="2026-05-04T06:38:37.126" v="1788" actId="404"/>
          <ac:graphicFrameMkLst>
            <pc:docMk/>
            <pc:sldMk cId="1875804965" sldId="330"/>
            <ac:graphicFrameMk id="7" creationId="{00000000-0008-0000-0300-000005000000}"/>
          </ac:graphicFrameMkLst>
        </pc:graphicFrameChg>
      </pc:sldChg>
      <pc:sldChg chg="addSp delSp modSp mod">
        <pc:chgData name="Sajeem Kormath Abdullatheef" userId="32926d5a-1a1b-40f8-acd2-1bdca5d5306e" providerId="ADAL" clId="{405B42D8-B3D7-4D88-B77C-E7A81D1BD9FB}" dt="2026-05-18T06:32:42.131" v="2960" actId="20577"/>
        <pc:sldMkLst>
          <pc:docMk/>
          <pc:sldMk cId="269081575" sldId="331"/>
        </pc:sldMkLst>
        <pc:spChg chg="mod">
          <ac:chgData name="Sajeem Kormath Abdullatheef" userId="32926d5a-1a1b-40f8-acd2-1bdca5d5306e" providerId="ADAL" clId="{405B42D8-B3D7-4D88-B77C-E7A81D1BD9FB}" dt="2026-05-13T06:32:41.069" v="2583" actId="1076"/>
          <ac:spMkLst>
            <pc:docMk/>
            <pc:sldMk cId="269081575" sldId="331"/>
            <ac:spMk id="3" creationId="{54F4B754-7DA3-C054-7199-F3FECEAAB4B3}"/>
          </ac:spMkLst>
        </pc:spChg>
        <pc:spChg chg="mod">
          <ac:chgData name="Sajeem Kormath Abdullatheef" userId="32926d5a-1a1b-40f8-acd2-1bdca5d5306e" providerId="ADAL" clId="{405B42D8-B3D7-4D88-B77C-E7A81D1BD9FB}" dt="2026-05-18T06:32:42.131" v="2960" actId="20577"/>
          <ac:spMkLst>
            <pc:docMk/>
            <pc:sldMk cId="269081575" sldId="331"/>
            <ac:spMk id="5" creationId="{E4B91D23-C906-83C7-F2CE-43CFE579FD8F}"/>
          </ac:spMkLst>
        </pc:spChg>
        <pc:spChg chg="mod">
          <ac:chgData name="Sajeem Kormath Abdullatheef" userId="32926d5a-1a1b-40f8-acd2-1bdca5d5306e" providerId="ADAL" clId="{405B42D8-B3D7-4D88-B77C-E7A81D1BD9FB}" dt="2026-05-18T06:23:09.353" v="2910" actId="20577"/>
          <ac:spMkLst>
            <pc:docMk/>
            <pc:sldMk cId="269081575" sldId="331"/>
            <ac:spMk id="11" creationId="{00000000-0008-0000-0400-000003000000}"/>
          </ac:spMkLst>
        </pc:spChg>
        <pc:spChg chg="mod">
          <ac:chgData name="Sajeem Kormath Abdullatheef" userId="32926d5a-1a1b-40f8-acd2-1bdca5d5306e" providerId="ADAL" clId="{405B42D8-B3D7-4D88-B77C-E7A81D1BD9FB}" dt="2026-05-18T06:22:55.215" v="2906" actId="20577"/>
          <ac:spMkLst>
            <pc:docMk/>
            <pc:sldMk cId="269081575" sldId="331"/>
            <ac:spMk id="78" creationId="{288DA3DC-BC44-7983-0FEB-FD55B1C31C38}"/>
          </ac:spMkLst>
        </pc:spChg>
        <pc:spChg chg="mod">
          <ac:chgData name="Sajeem Kormath Abdullatheef" userId="32926d5a-1a1b-40f8-acd2-1bdca5d5306e" providerId="ADAL" clId="{405B42D8-B3D7-4D88-B77C-E7A81D1BD9FB}" dt="2026-05-18T06:23:00.827" v="2908" actId="20577"/>
          <ac:spMkLst>
            <pc:docMk/>
            <pc:sldMk cId="269081575" sldId="331"/>
            <ac:spMk id="79" creationId="{4B3CC590-216D-7D02-23F7-9B0D98A64F80}"/>
          </ac:spMkLst>
        </pc:spChg>
        <pc:grpChg chg="add del">
          <ac:chgData name="Sajeem Kormath Abdullatheef" userId="32926d5a-1a1b-40f8-acd2-1bdca5d5306e" providerId="ADAL" clId="{405B42D8-B3D7-4D88-B77C-E7A81D1BD9FB}" dt="2026-05-13T06:17:45.463" v="2534" actId="478"/>
          <ac:grpSpMkLst>
            <pc:docMk/>
            <pc:sldMk cId="269081575" sldId="331"/>
            <ac:grpSpMk id="9" creationId="{00000000-0008-0000-0400-000006000000}"/>
          </ac:grpSpMkLst>
        </pc:grpChg>
      </pc:sldChg>
      <pc:sldChg chg="addSp delSp modSp mod">
        <pc:chgData name="Sajeem Kormath Abdullatheef" userId="32926d5a-1a1b-40f8-acd2-1bdca5d5306e" providerId="ADAL" clId="{405B42D8-B3D7-4D88-B77C-E7A81D1BD9FB}" dt="2026-05-18T06:31:41.085" v="2955" actId="27918"/>
        <pc:sldMkLst>
          <pc:docMk/>
          <pc:sldMk cId="1587794882" sldId="332"/>
        </pc:sldMkLst>
        <pc:spChg chg="mod">
          <ac:chgData name="Sajeem Kormath Abdullatheef" userId="32926d5a-1a1b-40f8-acd2-1bdca5d5306e" providerId="ADAL" clId="{405B42D8-B3D7-4D88-B77C-E7A81D1BD9FB}" dt="2026-05-18T06:23:27.918" v="2912" actId="20577"/>
          <ac:spMkLst>
            <pc:docMk/>
            <pc:sldMk cId="1587794882" sldId="332"/>
            <ac:spMk id="10" creationId="{C49A6AF4-1780-71FD-371A-3604766945D8}"/>
          </ac:spMkLst>
        </pc:spChg>
        <pc:graphicFrameChg chg="add mod">
          <ac:chgData name="Sajeem Kormath Abdullatheef" userId="32926d5a-1a1b-40f8-acd2-1bdca5d5306e" providerId="ADAL" clId="{405B42D8-B3D7-4D88-B77C-E7A81D1BD9FB}" dt="2026-05-18T06:24:34.406" v="2927" actId="1076"/>
          <ac:graphicFrameMkLst>
            <pc:docMk/>
            <pc:sldMk cId="1587794882" sldId="332"/>
            <ac:graphicFrameMk id="2" creationId="{01F1112E-EADB-8C84-BD01-1E4078C29E07}"/>
          </ac:graphicFrameMkLst>
        </pc:graphicFrameChg>
        <pc:graphicFrameChg chg="add mod">
          <ac:chgData name="Sajeem Kormath Abdullatheef" userId="32926d5a-1a1b-40f8-acd2-1bdca5d5306e" providerId="ADAL" clId="{405B42D8-B3D7-4D88-B77C-E7A81D1BD9FB}" dt="2026-05-18T06:28:24.395" v="2946"/>
          <ac:graphicFrameMkLst>
            <pc:docMk/>
            <pc:sldMk cId="1587794882" sldId="332"/>
            <ac:graphicFrameMk id="4" creationId="{91C2CFB7-8F10-994F-18CF-B5FF34A09BBE}"/>
          </ac:graphicFrameMkLst>
        </pc:graphicFrameChg>
        <pc:graphicFrameChg chg="add del">
          <ac:chgData name="Sajeem Kormath Abdullatheef" userId="32926d5a-1a1b-40f8-acd2-1bdca5d5306e" providerId="ADAL" clId="{405B42D8-B3D7-4D88-B77C-E7A81D1BD9FB}" dt="2026-05-04T06:39:42.242" v="1806" actId="478"/>
          <ac:graphicFrameMkLst>
            <pc:docMk/>
            <pc:sldMk cId="1587794882" sldId="332"/>
            <ac:graphicFrameMk id="7" creationId="{91C2CFB7-8F10-994F-18CF-B5FF34A09BBE}"/>
          </ac:graphicFrameMkLst>
        </pc:graphicFrameChg>
      </pc:sldChg>
      <pc:sldChg chg="addSp delSp modSp mod">
        <pc:chgData name="Sajeem Kormath Abdullatheef" userId="32926d5a-1a1b-40f8-acd2-1bdca5d5306e" providerId="ADAL" clId="{405B42D8-B3D7-4D88-B77C-E7A81D1BD9FB}" dt="2026-05-19T06:19:34.901" v="3094" actId="14100"/>
        <pc:sldMkLst>
          <pc:docMk/>
          <pc:sldMk cId="254596828" sldId="333"/>
        </pc:sldMkLst>
        <pc:spChg chg="mod">
          <ac:chgData name="Sajeem Kormath Abdullatheef" userId="32926d5a-1a1b-40f8-acd2-1bdca5d5306e" providerId="ADAL" clId="{405B42D8-B3D7-4D88-B77C-E7A81D1BD9FB}" dt="2026-05-19T06:18:23.632" v="3079" actId="20577"/>
          <ac:spMkLst>
            <pc:docMk/>
            <pc:sldMk cId="254596828" sldId="333"/>
            <ac:spMk id="6" creationId="{54DF75F5-B9DC-3AE9-A62B-8D95C9542F19}"/>
          </ac:spMkLst>
        </pc:spChg>
        <pc:graphicFrameChg chg="add mod modGraphic">
          <ac:chgData name="Sajeem Kormath Abdullatheef" userId="32926d5a-1a1b-40f8-acd2-1bdca5d5306e" providerId="ADAL" clId="{405B42D8-B3D7-4D88-B77C-E7A81D1BD9FB}" dt="2026-05-19T06:19:25.731" v="3089" actId="1076"/>
          <ac:graphicFrameMkLst>
            <pc:docMk/>
            <pc:sldMk cId="254596828" sldId="333"/>
            <ac:graphicFrameMk id="2" creationId="{96447E86-26F4-4645-D4EC-A6489751D53D}"/>
          </ac:graphicFrameMkLst>
        </pc:graphicFrameChg>
        <pc:graphicFrameChg chg="add mod modGraphic">
          <ac:chgData name="Sajeem Kormath Abdullatheef" userId="32926d5a-1a1b-40f8-acd2-1bdca5d5306e" providerId="ADAL" clId="{405B42D8-B3D7-4D88-B77C-E7A81D1BD9FB}" dt="2026-05-19T06:18:33.257" v="3080" actId="14734"/>
          <ac:graphicFrameMkLst>
            <pc:docMk/>
            <pc:sldMk cId="254596828" sldId="333"/>
            <ac:graphicFrameMk id="3" creationId="{C0BCCB56-989B-C581-D923-75B440FD5D88}"/>
          </ac:graphicFrameMkLst>
        </pc:graphicFrameChg>
        <pc:graphicFrameChg chg="add mod modGraphic">
          <ac:chgData name="Sajeem Kormath Abdullatheef" userId="32926d5a-1a1b-40f8-acd2-1bdca5d5306e" providerId="ADAL" clId="{405B42D8-B3D7-4D88-B77C-E7A81D1BD9FB}" dt="2026-05-18T06:14:22.217" v="2898" actId="1076"/>
          <ac:graphicFrameMkLst>
            <pc:docMk/>
            <pc:sldMk cId="254596828" sldId="333"/>
            <ac:graphicFrameMk id="13" creationId="{92A26150-EB39-CC11-3947-75A425A8A708}"/>
          </ac:graphicFrameMkLst>
        </pc:graphicFrameChg>
        <pc:graphicFrameChg chg="add mod modGraphic">
          <ac:chgData name="Sajeem Kormath Abdullatheef" userId="32926d5a-1a1b-40f8-acd2-1bdca5d5306e" providerId="ADAL" clId="{405B42D8-B3D7-4D88-B77C-E7A81D1BD9FB}" dt="2026-05-19T06:19:34.901" v="3094" actId="14100"/>
          <ac:graphicFrameMkLst>
            <pc:docMk/>
            <pc:sldMk cId="254596828" sldId="333"/>
            <ac:graphicFrameMk id="14" creationId="{F07A3401-730B-CB5B-A290-350E5A42F713}"/>
          </ac:graphicFrameMkLst>
        </pc:graphicFrameChg>
        <pc:graphicFrameChg chg="add del mod modGraphic">
          <ac:chgData name="Sajeem Kormath Abdullatheef" userId="32926d5a-1a1b-40f8-acd2-1bdca5d5306e" providerId="ADAL" clId="{405B42D8-B3D7-4D88-B77C-E7A81D1BD9FB}" dt="2026-05-19T06:14:13.217" v="3015" actId="478"/>
          <ac:graphicFrameMkLst>
            <pc:docMk/>
            <pc:sldMk cId="254596828" sldId="333"/>
            <ac:graphicFrameMk id="15" creationId="{0B70EF56-9C37-9658-7D22-0B8D5B1789EE}"/>
          </ac:graphicFrameMkLst>
        </pc:graphicFrameChg>
      </pc:sldChg>
      <pc:sldChg chg="addSp delSp modSp mod ord">
        <pc:chgData name="Sajeem Kormath Abdullatheef" userId="32926d5a-1a1b-40f8-acd2-1bdca5d5306e" providerId="ADAL" clId="{405B42D8-B3D7-4D88-B77C-E7A81D1BD9FB}" dt="2026-05-19T06:19:50.711" v="3100" actId="20577"/>
        <pc:sldMkLst>
          <pc:docMk/>
          <pc:sldMk cId="2993091349" sldId="334"/>
        </pc:sldMkLst>
        <pc:spChg chg="mod">
          <ac:chgData name="Sajeem Kormath Abdullatheef" userId="32926d5a-1a1b-40f8-acd2-1bdca5d5306e" providerId="ADAL" clId="{405B42D8-B3D7-4D88-B77C-E7A81D1BD9FB}" dt="2026-05-19T06:19:50.711" v="3100" actId="20577"/>
          <ac:spMkLst>
            <pc:docMk/>
            <pc:sldMk cId="2993091349" sldId="334"/>
            <ac:spMk id="5" creationId="{207D84FC-3944-1178-6F3D-B6598D4B3BA3}"/>
          </ac:spMkLst>
        </pc:spChg>
        <pc:graphicFrameChg chg="add mod">
          <ac:chgData name="Sajeem Kormath Abdullatheef" userId="32926d5a-1a1b-40f8-acd2-1bdca5d5306e" providerId="ADAL" clId="{405B42D8-B3D7-4D88-B77C-E7A81D1BD9FB}" dt="2026-05-04T06:40:29.980" v="1816" actId="14100"/>
          <ac:graphicFrameMkLst>
            <pc:docMk/>
            <pc:sldMk cId="2993091349" sldId="334"/>
            <ac:graphicFrameMk id="6" creationId="{00000000-0008-0000-0D00-000002000000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oleObject" Target="https://aljonline-my.sharepoint.com/personal/shibanimm_alj_com/Documents/1.1%20Acting%20-%20Sajeem/Daily%20damage%20tracking/Oct%202025.xlsx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oleObject" Target="https://aljonline-my.sharepoint.com/personal/shibanimm_alj_com/Documents/1.1%20Acting%20-%20Sajeem/Daily%20damage%20tracking/Oct%202025.xlsx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oleObject" Target="https://aljonline-my.sharepoint.com/personal/shibanimm_alj_com/Documents/1.1%20Production_Team/Daily%20damage%20tracking/2026/May.xlsx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oleObject" Target="https://aljonline-my.sharepoint.com/personal/shibanimm_alj_com/Documents/1.1%20Production_Team/Daily%20damage%20tracking/2026/May.xlsx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oleObject" Target="https://aljonline-my.sharepoint.com/personal/shibanimm_alj_com/Documents/1.1%20Acting%20-%20Sajeem/Daily%20report/Nov/Manual%20Source2.xlsx" TargetMode="External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oleObject" Target="https://aljonline-my.sharepoint.com/personal/shibanimm_alj_com/Documents/1.1%20Acting%20-%20Sajeem/Daily%20report/Nov/Manual%20Source2.xlsx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oleObject" Target="https://aljonline-my.sharepoint.com/personal/shibanimm_alj_com/Documents/1.1%20Production_Team/Daily%20report/2026/May/Manual%20Sourc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>
                <a:solidFill>
                  <a:schemeClr val="bg1"/>
                </a:solidFill>
                <a:latin typeface="Karbon Bold"/>
                <a:cs typeface="Arial" panose="020B0604020202020204" pitchFamily="34" charset="0"/>
              </a:rPr>
              <a:t>Total Daily Production 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939-4DBC-B878-96F03ADEB978}"/>
              </c:ext>
            </c:extLst>
          </c:dPt>
          <c:dPt>
            <c:idx val="1"/>
            <c:invertIfNegative val="0"/>
            <c:bubble3D val="0"/>
            <c:spPr>
              <a:blipFill>
                <a:blip xmlns:r="http://schemas.openxmlformats.org/officeDocument/2006/relationships" r:embed="rId5"/>
                <a:stretch>
                  <a:fillRect/>
                </a:stretch>
              </a:blip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939-4DBC-B878-96F03ADEB978}"/>
              </c:ext>
            </c:extLst>
          </c:dPt>
          <c:dPt>
            <c:idx val="2"/>
            <c:invertIfNegative val="0"/>
            <c:bubble3D val="0"/>
            <c:spPr>
              <a:blipFill>
                <a:blip xmlns:r="http://schemas.openxmlformats.org/officeDocument/2006/relationships" r:embed="rId6"/>
                <a:stretch>
                  <a:fillRect/>
                </a:stretch>
              </a:blip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939-4DBC-B878-96F03ADEB978}"/>
              </c:ext>
            </c:extLst>
          </c:dPt>
          <c:dPt>
            <c:idx val="3"/>
            <c:invertIfNegative val="0"/>
            <c:bubble3D val="0"/>
            <c:spPr>
              <a:solidFill>
                <a:srgbClr val="C4C7CC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939-4DBC-B878-96F03ADEB978}"/>
              </c:ext>
            </c:extLst>
          </c:dPt>
          <c:dPt>
            <c:idx val="4"/>
            <c:invertIfNegative val="0"/>
            <c:bubble3D val="0"/>
            <c:spPr>
              <a:solidFill>
                <a:srgbClr val="C4C7CC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0939-4DBC-B878-96F03ADEB97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'Daily '!$R$12:$R$16</c:f>
              <c:strCache>
                <c:ptCount val="5"/>
                <c:pt idx="0">
                  <c:v>Today`s </c:v>
                </c:pt>
                <c:pt idx="1">
                  <c:v>Planned </c:v>
                </c:pt>
                <c:pt idx="2">
                  <c:v>Accees </c:v>
                </c:pt>
                <c:pt idx="3">
                  <c:v>Not Acces </c:v>
                </c:pt>
                <c:pt idx="4">
                  <c:v>Previous </c:v>
                </c:pt>
              </c:strCache>
            </c:strRef>
          </c:cat>
          <c:val>
            <c:numRef>
              <c:f>'Daily '!$S$12:$S$16</c:f>
              <c:numCache>
                <c:formatCode>#,##0</c:formatCode>
                <c:ptCount val="5"/>
                <c:pt idx="0">
                  <c:v>791</c:v>
                </c:pt>
                <c:pt idx="1">
                  <c:v>750</c:v>
                </c:pt>
                <c:pt idx="2">
                  <c:v>748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939-4DBC-B878-96F03ADEB9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276664751"/>
        <c:axId val="1276665231"/>
      </c:barChart>
      <c:lineChart>
        <c:grouping val="standard"/>
        <c:varyColors val="0"/>
        <c:ser>
          <c:idx val="1"/>
          <c:order val="1"/>
          <c:spPr>
            <a:ln w="34925" cap="rnd">
              <a:solidFill>
                <a:srgbClr val="165988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diamond"/>
            <c:size val="12"/>
            <c:spPr>
              <a:solidFill>
                <a:srgbClr val="C4C7CC"/>
              </a:solidFill>
              <a:ln w="9525">
                <a:solidFill>
                  <a:schemeClr val="accent1">
                    <a:lumMod val="50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'Daily '!$R$12:$R$16</c:f>
              <c:strCache>
                <c:ptCount val="5"/>
                <c:pt idx="0">
                  <c:v>Today`s </c:v>
                </c:pt>
                <c:pt idx="1">
                  <c:v>Planned </c:v>
                </c:pt>
                <c:pt idx="2">
                  <c:v>Accees </c:v>
                </c:pt>
                <c:pt idx="3">
                  <c:v>Not Acces </c:v>
                </c:pt>
                <c:pt idx="4">
                  <c:v>Previous </c:v>
                </c:pt>
              </c:strCache>
            </c:strRef>
          </c:cat>
          <c:val>
            <c:numRef>
              <c:f>'Daily '!$T$12:$T$16</c:f>
              <c:numCache>
                <c:formatCode>#,##0</c:formatCode>
                <c:ptCount val="5"/>
                <c:pt idx="0">
                  <c:v>791</c:v>
                </c:pt>
                <c:pt idx="1">
                  <c:v>750</c:v>
                </c:pt>
                <c:pt idx="2">
                  <c:v>748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0939-4DBC-B878-96F03ADEB978}"/>
            </c:ext>
          </c:extLst>
        </c:ser>
        <c:ser>
          <c:idx val="2"/>
          <c:order val="2"/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'Daily '!$R$12:$R$16</c:f>
              <c:strCache>
                <c:ptCount val="5"/>
                <c:pt idx="0">
                  <c:v>Today`s </c:v>
                </c:pt>
                <c:pt idx="1">
                  <c:v>Planned </c:v>
                </c:pt>
                <c:pt idx="2">
                  <c:v>Accees </c:v>
                </c:pt>
                <c:pt idx="3">
                  <c:v>Not Acces </c:v>
                </c:pt>
                <c:pt idx="4">
                  <c:v>Previous </c:v>
                </c:pt>
              </c:strCache>
            </c:strRef>
          </c:cat>
          <c:val>
            <c:numRef>
              <c:f>[3]SUMMARY!$D$2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0939-4DBC-B878-96F03ADEB978}"/>
            </c:ext>
          </c:extLst>
        </c:ser>
        <c:ser>
          <c:idx val="3"/>
          <c:order val="3"/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'Daily '!$R$12:$R$16</c:f>
              <c:strCache>
                <c:ptCount val="5"/>
                <c:pt idx="0">
                  <c:v>Today`s </c:v>
                </c:pt>
                <c:pt idx="1">
                  <c:v>Planned </c:v>
                </c:pt>
                <c:pt idx="2">
                  <c:v>Accees </c:v>
                </c:pt>
                <c:pt idx="3">
                  <c:v>Not Acces </c:v>
                </c:pt>
                <c:pt idx="4">
                  <c:v>Previous </c:v>
                </c:pt>
              </c:strCache>
            </c:strRef>
          </c:cat>
          <c:val>
            <c:numRef>
              <c:f>[3]SUMMARY!$E$2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939-4DBC-B878-96F03ADEB978}"/>
            </c:ext>
          </c:extLst>
        </c:ser>
        <c:ser>
          <c:idx val="4"/>
          <c:order val="4"/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5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'Daily '!$R$12:$R$16</c:f>
              <c:strCache>
                <c:ptCount val="5"/>
                <c:pt idx="0">
                  <c:v>Today`s </c:v>
                </c:pt>
                <c:pt idx="1">
                  <c:v>Planned </c:v>
                </c:pt>
                <c:pt idx="2">
                  <c:v>Accees </c:v>
                </c:pt>
                <c:pt idx="3">
                  <c:v>Not Acces </c:v>
                </c:pt>
                <c:pt idx="4">
                  <c:v>Previous </c:v>
                </c:pt>
              </c:strCache>
            </c:strRef>
          </c:cat>
          <c:val>
            <c:numRef>
              <c:f>[3]SUMMARY!$F$2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0939-4DBC-B878-96F03ADEB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6664751"/>
        <c:axId val="1276665231"/>
      </c:lineChart>
      <c:catAx>
        <c:axId val="127666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76665231"/>
        <c:crosses val="autoZero"/>
        <c:auto val="1"/>
        <c:lblAlgn val="ctr"/>
        <c:lblOffset val="100"/>
        <c:noMultiLvlLbl val="0"/>
      </c:catAx>
      <c:valAx>
        <c:axId val="1276665231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27666475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7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cap="none" spc="0" normalizeH="0" baseline="0">
                <a:solidFill>
                  <a:schemeClr val="bg1"/>
                </a:solidFill>
              </a:rPr>
              <a:t>MTD Accessorized Per Plants</a:t>
            </a:r>
          </a:p>
        </c:rich>
      </c:tx>
      <c:layout>
        <c:manualLayout>
          <c:xMode val="edge"/>
          <c:yMode val="edge"/>
          <c:x val="0.26523543238638719"/>
          <c:y val="0"/>
        </c:manualLayout>
      </c:layout>
      <c:overlay val="0"/>
      <c:spPr>
        <a:solidFill>
          <a:srgbClr val="3C6474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5528603822931265E-2"/>
          <c:y val="0.20587248592975718"/>
          <c:w val="0.94894279235413748"/>
          <c:h val="0.572203979585114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'MTD % '!$E$6</c:f>
              <c:strCache>
                <c:ptCount val="1"/>
                <c:pt idx="0">
                  <c:v>Planned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72 Condensed" panose="020B0506030000000003" pitchFamily="34" charset="0"/>
                    <a:ea typeface="+mn-ea"/>
                    <a:cs typeface="72 Condensed" panose="020B05060300000000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'MTD % '!$D$7:$D$11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'MTD % '!$E$7:$E$11</c:f>
              <c:numCache>
                <c:formatCode>#,##0</c:formatCode>
                <c:ptCount val="5"/>
                <c:pt idx="0">
                  <c:v>2387</c:v>
                </c:pt>
                <c:pt idx="1">
                  <c:v>4945</c:v>
                </c:pt>
                <c:pt idx="2">
                  <c:v>2085</c:v>
                </c:pt>
                <c:pt idx="3">
                  <c:v>1895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2D-441D-98D3-E9EBC4471DCE}"/>
            </c:ext>
          </c:extLst>
        </c:ser>
        <c:ser>
          <c:idx val="1"/>
          <c:order val="1"/>
          <c:tx>
            <c:strRef>
              <c:f>'MTD % '!$F$6</c:f>
              <c:strCache>
                <c:ptCount val="1"/>
                <c:pt idx="0">
                  <c:v>Accessorized Vehicles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2.7849385988652289E-2"/>
                  <c:y val="0"/>
                </c:manualLayout>
              </c:layout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12D-441D-98D3-E9EBC4471DCE}"/>
                </c:ext>
              </c:extLst>
            </c:dLbl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'MTD % '!$D$7:$D$11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'MTD % '!$F$7:$F$11</c:f>
              <c:numCache>
                <c:formatCode>#,##0</c:formatCode>
                <c:ptCount val="5"/>
                <c:pt idx="0">
                  <c:v>2386</c:v>
                </c:pt>
                <c:pt idx="1">
                  <c:v>4944</c:v>
                </c:pt>
                <c:pt idx="2">
                  <c:v>2084</c:v>
                </c:pt>
                <c:pt idx="3">
                  <c:v>1875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2D-441D-98D3-E9EBC4471DCE}"/>
            </c:ext>
          </c:extLst>
        </c:ser>
        <c:ser>
          <c:idx val="2"/>
          <c:order val="2"/>
          <c:tx>
            <c:strRef>
              <c:f>'MTD % '!$G$6</c:f>
              <c:strCache>
                <c:ptCount val="1"/>
                <c:pt idx="0">
                  <c:v>Not Accessorized</c:v>
                </c:pt>
              </c:strCache>
            </c:strRef>
          </c:tx>
          <c:spPr>
            <a:solidFill>
              <a:srgbClr val="4D87A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'MTD % '!$D$7:$D$11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'MTD % '!$G$7:$G$11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12D-441D-98D3-E9EBC4471D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954485600"/>
        <c:axId val="954486080"/>
      </c:barChart>
      <c:lineChart>
        <c:grouping val="standard"/>
        <c:varyColors val="0"/>
        <c:ser>
          <c:idx val="4"/>
          <c:order val="3"/>
          <c:tx>
            <c:strRef>
              <c:f>'MTD % '!$I$6</c:f>
              <c:strCache>
                <c:ptCount val="1"/>
                <c:pt idx="0">
                  <c:v>ACC %</c:v>
                </c:pt>
              </c:strCache>
            </c:strRef>
          </c:tx>
          <c:spPr>
            <a:ln w="28575" cap="rnd">
              <a:solidFill>
                <a:srgbClr val="3C6474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9"/>
            <c:spPr>
              <a:solidFill>
                <a:srgbClr val="3C6474"/>
              </a:solidFill>
              <a:ln w="9525"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0"/>
              <c:layout>
                <c:manualLayout>
                  <c:x val="-5.5925185292527296E-2"/>
                  <c:y val="8.49070061760306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FB5-4E12-B12D-F0B8E4FA3C59}"/>
                </c:ext>
              </c:extLst>
            </c:dLbl>
            <c:dLbl>
              <c:idx val="1"/>
              <c:layout>
                <c:manualLayout>
                  <c:x val="-4.8962838795364214E-2"/>
                  <c:y val="8.49070061760306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B5-4E12-B12D-F0B8E4FA3C59}"/>
                </c:ext>
              </c:extLst>
            </c:dLbl>
            <c:dLbl>
              <c:idx val="2"/>
              <c:layout>
                <c:manualLayout>
                  <c:x val="-5.1283620961085317E-2"/>
                  <c:y val="8.49070061760306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B5-4E12-B12D-F0B8E4FA3C59}"/>
                </c:ext>
              </c:extLst>
            </c:dLbl>
            <c:dLbl>
              <c:idx val="4"/>
              <c:layout>
                <c:manualLayout>
                  <c:x val="-5.3604311757429655E-2"/>
                  <c:y val="8.490678804964023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6321584023370077E-2"/>
                      <c:h val="8.670742140142714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FB5-4E12-B12D-F0B8E4FA3C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'MTD % '!$D$7:$D$11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'MTD % '!$I$7:$I$11</c:f>
              <c:numCache>
                <c:formatCode>0.0%</c:formatCode>
                <c:ptCount val="5"/>
                <c:pt idx="0">
                  <c:v>0.21135618743910001</c:v>
                </c:pt>
                <c:pt idx="1">
                  <c:v>0.43794844538931704</c:v>
                </c:pt>
                <c:pt idx="2">
                  <c:v>0.18460448223934803</c:v>
                </c:pt>
                <c:pt idx="3">
                  <c:v>0.16609088493223492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412D-441D-98D3-E9EBC4471D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38851023"/>
        <c:axId val="738850063"/>
      </c:lineChart>
      <c:catAx>
        <c:axId val="95448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486080"/>
        <c:crosses val="autoZero"/>
        <c:auto val="1"/>
        <c:lblAlgn val="ctr"/>
        <c:lblOffset val="100"/>
        <c:noMultiLvlLbl val="0"/>
      </c:catAx>
      <c:valAx>
        <c:axId val="95448608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485600"/>
        <c:crosses val="autoZero"/>
        <c:crossBetween val="between"/>
      </c:valAx>
      <c:valAx>
        <c:axId val="738850063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851023"/>
        <c:crosses val="max"/>
        <c:crossBetween val="between"/>
      </c:valAx>
      <c:catAx>
        <c:axId val="7388510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388500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9121689938751456E-4"/>
          <c:y val="0.86927205552276399"/>
          <c:w val="0.99910878310061246"/>
          <c:h val="0.123060230241474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bg1"/>
                </a:solidFill>
              </a:rPr>
              <a:t>MTD Over All Accessorized Vehicles  </a:t>
            </a:r>
          </a:p>
        </c:rich>
      </c:tx>
      <c:overlay val="0"/>
      <c:spPr>
        <a:solidFill>
          <a:srgbClr val="3C6474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'MTD % '!$D$41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125-4F53-B1E7-A4306819F48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25-4F53-B1E7-A4306819F4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'MTD % '!$C$42:$C$44</c:f>
              <c:strCache>
                <c:ptCount val="3"/>
                <c:pt idx="0">
                  <c:v>Planned </c:v>
                </c:pt>
                <c:pt idx="1">
                  <c:v>Acceesorized </c:v>
                </c:pt>
                <c:pt idx="2">
                  <c:v>Not Pulled by VLD</c:v>
                </c:pt>
              </c:strCache>
            </c:strRef>
          </c:cat>
          <c:val>
            <c:numRef>
              <c:f>'MTD % '!$D$42:$D$44</c:f>
              <c:numCache>
                <c:formatCode>#,##0</c:formatCode>
                <c:ptCount val="3"/>
                <c:pt idx="0">
                  <c:v>11291</c:v>
                </c:pt>
                <c:pt idx="1">
                  <c:v>11290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25-4F53-B1E7-A4306819F48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47"/>
        <c:axId val="470267880"/>
        <c:axId val="470268208"/>
      </c:barChart>
      <c:lineChart>
        <c:grouping val="standard"/>
        <c:varyColors val="0"/>
        <c:ser>
          <c:idx val="1"/>
          <c:order val="1"/>
          <c:tx>
            <c:strRef>
              <c:f>'MTD % '!$E$41</c:f>
              <c:strCache>
                <c:ptCount val="1"/>
                <c:pt idx="0">
                  <c:v>2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Pt>
            <c:idx val="5"/>
            <c:marker>
              <c:symbol val="circle"/>
              <c:size val="6"/>
              <c:spPr>
                <a:gradFill rotWithShape="1">
                  <a:gsLst>
                    <a:gs pos="0">
                      <a:schemeClr val="accent2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2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2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125-4F53-B1E7-A4306819F48E}"/>
              </c:ext>
            </c:extLst>
          </c:dPt>
          <c:dPt>
            <c:idx val="6"/>
            <c:marker>
              <c:symbol val="circle"/>
              <c:size val="6"/>
              <c:spPr>
                <a:gradFill rotWithShape="1">
                  <a:gsLst>
                    <a:gs pos="0">
                      <a:schemeClr val="accent2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2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2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125-4F53-B1E7-A4306819F48E}"/>
              </c:ext>
            </c:extLst>
          </c:dPt>
          <c:cat>
            <c:strRef>
              <c:f>'MTD % '!$C$42:$C$44</c:f>
              <c:strCache>
                <c:ptCount val="3"/>
                <c:pt idx="0">
                  <c:v>Planned </c:v>
                </c:pt>
                <c:pt idx="1">
                  <c:v>Acceesorized </c:v>
                </c:pt>
                <c:pt idx="2">
                  <c:v>Not Pulled by VLD</c:v>
                </c:pt>
              </c:strCache>
            </c:strRef>
          </c:cat>
          <c:val>
            <c:numRef>
              <c:f>'MTD % '!$E$42:$E$44</c:f>
              <c:numCache>
                <c:formatCode>General</c:formatCode>
                <c:ptCount val="3"/>
                <c:pt idx="0">
                  <c:v>11291</c:v>
                </c:pt>
                <c:pt idx="1">
                  <c:v>11290</c:v>
                </c:pt>
                <c:pt idx="2" formatCode="#,##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0125-4F53-B1E7-A4306819F48E}"/>
            </c:ext>
          </c:extLst>
        </c:ser>
        <c:ser>
          <c:idx val="2"/>
          <c:order val="2"/>
          <c:tx>
            <c:strRef>
              <c:f>'MTD % '!$F$41</c:f>
              <c:strCache>
                <c:ptCount val="1"/>
                <c:pt idx="0">
                  <c:v>Not Pulled 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'MTD % '!$C$42:$C$44</c:f>
              <c:strCache>
                <c:ptCount val="3"/>
                <c:pt idx="0">
                  <c:v>Planned </c:v>
                </c:pt>
                <c:pt idx="1">
                  <c:v>Acceesorized </c:v>
                </c:pt>
                <c:pt idx="2">
                  <c:v>Not Pulled by VLD</c:v>
                </c:pt>
              </c:strCache>
            </c:strRef>
          </c:cat>
          <c:val>
            <c:numRef>
              <c:f>'MTD % '!$F$42:$F$44</c:f>
              <c:numCache>
                <c:formatCode>General</c:formatCode>
                <c:ptCount val="3"/>
                <c:pt idx="0" formatCode="#,##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125-4F53-B1E7-A4306819F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0267880"/>
        <c:axId val="470268208"/>
      </c:lineChart>
      <c:catAx>
        <c:axId val="470267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268208"/>
        <c:crosses val="autoZero"/>
        <c:auto val="1"/>
        <c:lblAlgn val="ctr"/>
        <c:lblOffset val="100"/>
        <c:noMultiLvlLbl val="0"/>
      </c:catAx>
      <c:valAx>
        <c:axId val="47026820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267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>
                <a:solidFill>
                  <a:schemeClr val="bg1"/>
                </a:solidFill>
              </a:rPr>
              <a:t>Daily Accessorized Per Plants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'Daily '!$R$19</c:f>
              <c:strCache>
                <c:ptCount val="1"/>
                <c:pt idx="0">
                  <c:v>Today's Plan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'Daily '!$Q$20:$Q$24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'Daily '!$R$20:$R$24</c:f>
              <c:numCache>
                <c:formatCode>#,##0</c:formatCode>
                <c:ptCount val="5"/>
                <c:pt idx="0">
                  <c:v>172</c:v>
                </c:pt>
                <c:pt idx="1">
                  <c:v>304</c:v>
                </c:pt>
                <c:pt idx="2">
                  <c:v>166</c:v>
                </c:pt>
                <c:pt idx="3">
                  <c:v>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FC-40E7-8A38-4C0C38D7E79D}"/>
            </c:ext>
          </c:extLst>
        </c:ser>
        <c:ser>
          <c:idx val="1"/>
          <c:order val="1"/>
          <c:tx>
            <c:strRef>
              <c:f>'Daily '!$S$19</c:f>
              <c:strCache>
                <c:ptCount val="1"/>
                <c:pt idx="0">
                  <c:v>Planned Vehicles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'Daily '!$Q$20:$Q$24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'Daily '!$S$20:$S$24</c:f>
              <c:numCache>
                <c:formatCode>#,##0</c:formatCode>
                <c:ptCount val="5"/>
                <c:pt idx="0">
                  <c:v>165</c:v>
                </c:pt>
                <c:pt idx="1">
                  <c:v>284</c:v>
                </c:pt>
                <c:pt idx="2">
                  <c:v>162</c:v>
                </c:pt>
                <c:pt idx="3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FC-40E7-8A38-4C0C38D7E79D}"/>
            </c:ext>
          </c:extLst>
        </c:ser>
        <c:ser>
          <c:idx val="2"/>
          <c:order val="2"/>
          <c:tx>
            <c:strRef>
              <c:f>'Daily '!$T$19</c:f>
              <c:strCache>
                <c:ptCount val="1"/>
                <c:pt idx="0">
                  <c:v>Accessorized Vehicles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1.1763171602999813E-2"/>
                  <c:y val="5.20605312305793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2FC-40E7-8A38-4C0C38D7E79D}"/>
                </c:ext>
              </c:extLst>
            </c:dLbl>
            <c:dLbl>
              <c:idx val="1"/>
              <c:layout>
                <c:manualLayout>
                  <c:x val="1.1763171602999813E-2"/>
                  <c:y val="3.1236318738347868E-2"/>
                </c:manualLayout>
              </c:layout>
              <c:spPr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2FC-40E7-8A38-4C0C38D7E79D}"/>
                </c:ext>
              </c:extLst>
            </c:dLbl>
            <c:dLbl>
              <c:idx val="2"/>
              <c:layout>
                <c:manualLayout>
                  <c:x val="1.1763171602999813E-2"/>
                  <c:y val="2.60302656152898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499-418C-8406-49DC2A1960BF}"/>
                </c:ext>
              </c:extLst>
            </c:dLbl>
            <c:dLbl>
              <c:idx val="3"/>
              <c:layout>
                <c:manualLayout>
                  <c:x val="2.3526343205999625E-3"/>
                  <c:y val="-9.54767572985841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AE6-490D-962E-714363AAE59C}"/>
                </c:ext>
              </c:extLst>
            </c:dLbl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'Daily '!$Q$20:$Q$24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'Daily '!$T$20:$T$24</c:f>
              <c:numCache>
                <c:formatCode>#,##0</c:formatCode>
                <c:ptCount val="5"/>
                <c:pt idx="0">
                  <c:v>164</c:v>
                </c:pt>
                <c:pt idx="1">
                  <c:v>284</c:v>
                </c:pt>
                <c:pt idx="2">
                  <c:v>162</c:v>
                </c:pt>
                <c:pt idx="3">
                  <c:v>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FC-40E7-8A38-4C0C38D7E79D}"/>
            </c:ext>
          </c:extLst>
        </c:ser>
        <c:ser>
          <c:idx val="3"/>
          <c:order val="3"/>
          <c:tx>
            <c:strRef>
              <c:f>'Daily '!$U$19</c:f>
              <c:strCache>
                <c:ptCount val="1"/>
                <c:pt idx="0">
                  <c:v>Not Accessorized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'Daily '!$Q$20:$Q$24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'Daily '!$U$20:$U$24</c:f>
              <c:numCache>
                <c:formatCode>#,##0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FC-40E7-8A38-4C0C38D7E79D}"/>
            </c:ext>
          </c:extLst>
        </c:ser>
        <c:ser>
          <c:idx val="4"/>
          <c:order val="4"/>
          <c:tx>
            <c:strRef>
              <c:f>'Daily '!$V$19</c:f>
              <c:strCache>
                <c:ptCount val="1"/>
                <c:pt idx="0">
                  <c:v>Previous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'Daily '!$Q$20:$Q$24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'Daily '!$V$20:$V$24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4-42FC-40E7-8A38-4C0C38D7E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63859807"/>
        <c:axId val="263881887"/>
      </c:barChart>
      <c:lineChart>
        <c:grouping val="standard"/>
        <c:varyColors val="0"/>
        <c:ser>
          <c:idx val="5"/>
          <c:order val="5"/>
          <c:tx>
            <c:strRef>
              <c:f>'Daily '!$W$19</c:f>
              <c:strCache>
                <c:ptCount val="1"/>
                <c:pt idx="0">
                  <c:v>ACC %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6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3.9424223315754646E-2"/>
                  <c:y val="0.1943288454695859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FC-40E7-8A38-4C0C38D7E79D}"/>
                </c:ext>
              </c:extLst>
            </c:dLbl>
            <c:dLbl>
              <c:idx val="1"/>
              <c:layout>
                <c:manualLayout>
                  <c:x val="-4.6482126277554575E-2"/>
                  <c:y val="0.2307712173309917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2FC-40E7-8A38-4C0C38D7E79D}"/>
                </c:ext>
              </c:extLst>
            </c:dLbl>
            <c:dLbl>
              <c:idx val="2"/>
              <c:layout>
                <c:manualLayout>
                  <c:x val="-4.1776857636354608E-2"/>
                  <c:y val="8.34302301298918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2FC-40E7-8A38-4C0C38D7E79D}"/>
                </c:ext>
              </c:extLst>
            </c:dLbl>
            <c:dLbl>
              <c:idx val="3"/>
              <c:layout>
                <c:manualLayout>
                  <c:x val="-5.4522393003302583E-2"/>
                  <c:y val="0.1047592198137242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1B-4660-A391-6A2818A26E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'Daily '!$Q$20:$Q$24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'Daily '!$W$20:$W$24</c:f>
              <c:numCache>
                <c:formatCode>0.0%</c:formatCode>
                <c:ptCount val="5"/>
                <c:pt idx="0">
                  <c:v>0.21925133689839571</c:v>
                </c:pt>
                <c:pt idx="1">
                  <c:v>0.37967914438502676</c:v>
                </c:pt>
                <c:pt idx="2">
                  <c:v>0.21657754010695188</c:v>
                </c:pt>
                <c:pt idx="3">
                  <c:v>0.18449197860962566</c:v>
                </c:pt>
                <c:pt idx="4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42FC-40E7-8A38-4C0C38D7E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2232944"/>
        <c:axId val="402243984"/>
      </c:lineChart>
      <c:catAx>
        <c:axId val="263859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3881887"/>
        <c:crosses val="autoZero"/>
        <c:auto val="1"/>
        <c:lblAlgn val="ctr"/>
        <c:lblOffset val="100"/>
        <c:noMultiLvlLbl val="0"/>
      </c:catAx>
      <c:valAx>
        <c:axId val="263881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3859807"/>
        <c:crosses val="autoZero"/>
        <c:crossBetween val="between"/>
      </c:valAx>
      <c:valAx>
        <c:axId val="402243984"/>
        <c:scaling>
          <c:orientation val="minMax"/>
        </c:scaling>
        <c:delete val="0"/>
        <c:axPos val="r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2232944"/>
        <c:crosses val="max"/>
        <c:crossBetween val="between"/>
      </c:valAx>
      <c:catAx>
        <c:axId val="4022329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2243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8041526403966905E-3"/>
          <c:y val="0.81050458542600268"/>
          <c:w val="0.97662833786940995"/>
          <c:h val="0.15825909583564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rbon Bold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758356872308794"/>
          <c:y val="0.16614278765477028"/>
          <c:w val="0.54351662798127176"/>
          <c:h val="0.667714424690459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'Daily '!$AC$31</c:f>
              <c:strCache>
                <c:ptCount val="1"/>
                <c:pt idx="0">
                  <c:v>Technical issue</c:v>
                </c:pt>
              </c:strCache>
              <c:extLst/>
            </c:strRef>
          </c:cat>
          <c:val>
            <c:numRef>
              <c:f>'Daily '!$AC$32</c:f>
              <c:numCache>
                <c:formatCode>#,##0</c:formatCode>
                <c:ptCount val="1"/>
                <c:pt idx="0">
                  <c:v>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2A43-4D29-AB09-921D7AA935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6"/>
        <c:axId val="1598701280"/>
        <c:axId val="1598707520"/>
      </c:barChart>
      <c:catAx>
        <c:axId val="15987012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8707520"/>
        <c:crosses val="autoZero"/>
        <c:auto val="1"/>
        <c:lblAlgn val="ctr"/>
        <c:lblOffset val="100"/>
        <c:noMultiLvlLbl val="0"/>
      </c:catAx>
      <c:valAx>
        <c:axId val="1598707520"/>
        <c:scaling>
          <c:orientation val="minMax"/>
        </c:scaling>
        <c:delete val="1"/>
        <c:axPos val="b"/>
        <c:numFmt formatCode="#,##0" sourceLinked="1"/>
        <c:majorTickMark val="out"/>
        <c:minorTickMark val="none"/>
        <c:tickLblPos val="nextTo"/>
        <c:crossAx val="1598701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'BJ  '!$T$7</c:f>
              <c:strCache>
                <c:ptCount val="1"/>
                <c:pt idx="0">
                  <c:v>Production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'BJ  '!$S$8</c:f>
              <c:strCache>
                <c:ptCount val="1"/>
                <c:pt idx="0">
                  <c:v>Daily BJ &amp; QI</c:v>
                </c:pt>
              </c:strCache>
            </c:strRef>
          </c:cat>
          <c:val>
            <c:numRef>
              <c:f>'BJ  '!$T$8</c:f>
              <c:numCache>
                <c:formatCode>0</c:formatCode>
                <c:ptCount val="1"/>
                <c:pt idx="0">
                  <c:v>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7A-49B8-A266-70B1A205771E}"/>
            </c:ext>
          </c:extLst>
        </c:ser>
        <c:ser>
          <c:idx val="1"/>
          <c:order val="1"/>
          <c:tx>
            <c:strRef>
              <c:f>'BJ  '!$U$7</c:f>
              <c:strCache>
                <c:ptCount val="1"/>
                <c:pt idx="0">
                  <c:v>Daily BJ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'BJ  '!$S$8</c:f>
              <c:strCache>
                <c:ptCount val="1"/>
                <c:pt idx="0">
                  <c:v>Daily BJ &amp; QI</c:v>
                </c:pt>
              </c:strCache>
            </c:strRef>
          </c:cat>
          <c:val>
            <c:numRef>
              <c:f>'BJ  '!$U$8</c:f>
              <c:numCache>
                <c:formatCode>0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7A-49B8-A266-70B1A205771E}"/>
            </c:ext>
          </c:extLst>
        </c:ser>
        <c:ser>
          <c:idx val="2"/>
          <c:order val="2"/>
          <c:tx>
            <c:strRef>
              <c:f>'BJ  '!$V$7</c:f>
              <c:strCache>
                <c:ptCount val="1"/>
                <c:pt idx="0">
                  <c:v>QI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'BJ  '!$S$8</c:f>
              <c:strCache>
                <c:ptCount val="1"/>
                <c:pt idx="0">
                  <c:v>Daily BJ &amp; QI</c:v>
                </c:pt>
              </c:strCache>
            </c:strRef>
          </c:cat>
          <c:val>
            <c:numRef>
              <c:f>'BJ  '!$V$8</c:f>
              <c:numCache>
                <c:formatCode>0.00%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7A-49B8-A266-70B1A20577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99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0" sourceLinked="1"/>
        <c:majorTickMark val="none"/>
        <c:minorTickMark val="none"/>
        <c:tickLblPos val="nextTo"/>
        <c:crossAx val="500100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'BJ  '!$S$9</c:f>
              <c:strCache>
                <c:ptCount val="1"/>
                <c:pt idx="0">
                  <c:v>MTD BackJob &amp; QI</c:v>
                </c:pt>
              </c:strCache>
            </c:strRef>
          </c:cat>
          <c:val>
            <c:numRef>
              <c:f>'BJ  '!$T$9</c:f>
              <c:numCache>
                <c:formatCode>General</c:formatCode>
                <c:ptCount val="1"/>
                <c:pt idx="0">
                  <c:v>11290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EF-4E58-BD04-88741BB63E85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'BJ  '!$S$9</c:f>
              <c:strCache>
                <c:ptCount val="1"/>
                <c:pt idx="0">
                  <c:v>MTD BackJob &amp; QI</c:v>
                </c:pt>
              </c:strCache>
            </c:strRef>
          </c:cat>
          <c:val>
            <c:numRef>
              <c:f>'BJ  '!$U$9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EF-4E58-BD04-88741BB63E85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'BJ  '!$S$9</c:f>
              <c:strCache>
                <c:ptCount val="1"/>
                <c:pt idx="0">
                  <c:v>MTD BackJob &amp; QI</c:v>
                </c:pt>
              </c:strCache>
            </c:strRef>
          </c:cat>
          <c:val>
            <c:numRef>
              <c:f>'BJ  '!$V$9</c:f>
              <c:numCache>
                <c:formatCode>0.00%</c:formatCode>
                <c:ptCount val="1"/>
                <c:pt idx="0">
                  <c:v>0.99867139061116028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EF-4E58-BD04-88741BB63E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99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crossAx val="500100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 b="1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accent1"/>
            </a:solidFill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91-4DF6-8F7F-3EFE5324F45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91-4DF6-8F7F-3EFE5324F45D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91-4DF6-8F7F-3EFE5324F45D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91-4DF6-8F7F-3EFE5324F45D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91-4DF6-8F7F-3EFE5324F45D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591-4DF6-8F7F-3EFE5324F45D}"/>
              </c:ext>
            </c:extLst>
          </c:dPt>
          <c:dPt>
            <c:idx val="6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A591-4DF6-8F7F-3EFE5324F45D}"/>
              </c:ext>
            </c:extLst>
          </c:dPt>
          <c:dPt>
            <c:idx val="7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A591-4DF6-8F7F-3EFE5324F45D}"/>
              </c:ext>
            </c:extLst>
          </c:dPt>
          <c:dPt>
            <c:idx val="8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A591-4DF6-8F7F-3EFE5324F45D}"/>
              </c:ext>
            </c:extLst>
          </c:dPt>
          <c:dPt>
            <c:idx val="9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A591-4DF6-8F7F-3EFE5324F45D}"/>
              </c:ext>
            </c:extLst>
          </c:dPt>
          <c:dPt>
            <c:idx val="1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A591-4DF6-8F7F-3EFE5324F45D}"/>
              </c:ext>
            </c:extLst>
          </c:dPt>
          <c:dPt>
            <c:idx val="1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A591-4DF6-8F7F-3EFE5324F45D}"/>
              </c:ext>
            </c:extLst>
          </c:dPt>
          <c:dPt>
            <c:idx val="1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A591-4DF6-8F7F-3EFE5324F45D}"/>
              </c:ext>
            </c:extLst>
          </c:dPt>
          <c:dPt>
            <c:idx val="1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A591-4DF6-8F7F-3EFE5324F45D}"/>
              </c:ext>
            </c:extLst>
          </c:dPt>
          <c:dPt>
            <c:idx val="1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A591-4DF6-8F7F-3EFE5324F45D}"/>
              </c:ext>
            </c:extLst>
          </c:dPt>
          <c:dPt>
            <c:idx val="15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A591-4DF6-8F7F-3EFE5324F45D}"/>
              </c:ext>
            </c:extLst>
          </c:dPt>
          <c:dPt>
            <c:idx val="16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A591-4DF6-8F7F-3EFE5324F45D}"/>
              </c:ext>
            </c:extLst>
          </c:dPt>
          <c:dPt>
            <c:idx val="17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A591-4DF6-8F7F-3EFE5324F45D}"/>
              </c:ext>
            </c:extLst>
          </c:dPt>
          <c:dPt>
            <c:idx val="18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A591-4DF6-8F7F-3EFE5324F45D}"/>
              </c:ext>
            </c:extLst>
          </c:dPt>
          <c:dPt>
            <c:idx val="19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A591-4DF6-8F7F-3EFE5324F45D}"/>
              </c:ext>
            </c:extLst>
          </c:dPt>
          <c:val>
            <c:numLit>
              <c:formatCode>General</c:formatCode>
              <c:ptCount val="20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28-A591-4DF6-8F7F-3EFE5324F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doughnutChart>
        <c:varyColors val="1"/>
        <c:ser>
          <c:idx val="1"/>
          <c:order val="1"/>
          <c:tx>
            <c:strRef>
              <c:f>DR!$A$2</c:f>
              <c:strCache>
                <c:ptCount val="1"/>
                <c:pt idx="0">
                  <c:v>Level%</c:v>
                </c:pt>
              </c:strCache>
            </c:strRef>
          </c:tx>
          <c:dPt>
            <c:idx val="0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A591-4DF6-8F7F-3EFE5324F45D}"/>
              </c:ext>
            </c:extLst>
          </c:dPt>
          <c:dPt>
            <c:idx val="1"/>
            <c:bubble3D val="0"/>
            <c:spPr>
              <a:solidFill>
                <a:schemeClr val="bg1">
                  <a:alpha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A591-4DF6-8F7F-3EFE5324F45D}"/>
              </c:ext>
            </c:extLst>
          </c:dPt>
          <c:val>
            <c:numRef>
              <c:f>DR!$B$2:$C$2</c:f>
              <c:numCache>
                <c:formatCode>0.00%</c:formatCode>
                <c:ptCount val="2"/>
                <c:pt idx="0">
                  <c:v>0</c:v>
                </c:pt>
                <c:pt idx="1">
                  <c:v>8.0000000000000004E-4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D-A591-4DF6-8F7F-3EFE5324F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accent1"/>
            </a:solidFill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E9A-416A-9C1E-4E4F41B88512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E9A-416A-9C1E-4E4F41B88512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E9A-416A-9C1E-4E4F41B88512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E9A-416A-9C1E-4E4F41B88512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E9A-416A-9C1E-4E4F41B88512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E9A-416A-9C1E-4E4F41B88512}"/>
              </c:ext>
            </c:extLst>
          </c:dPt>
          <c:dPt>
            <c:idx val="6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E9A-416A-9C1E-4E4F41B88512}"/>
              </c:ext>
            </c:extLst>
          </c:dPt>
          <c:dPt>
            <c:idx val="7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E9A-416A-9C1E-4E4F41B88512}"/>
              </c:ext>
            </c:extLst>
          </c:dPt>
          <c:dPt>
            <c:idx val="8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E9A-416A-9C1E-4E4F41B88512}"/>
              </c:ext>
            </c:extLst>
          </c:dPt>
          <c:dPt>
            <c:idx val="9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E9A-416A-9C1E-4E4F41B88512}"/>
              </c:ext>
            </c:extLst>
          </c:dPt>
          <c:dPt>
            <c:idx val="1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1E9A-416A-9C1E-4E4F41B88512}"/>
              </c:ext>
            </c:extLst>
          </c:dPt>
          <c:dPt>
            <c:idx val="1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1E9A-416A-9C1E-4E4F41B88512}"/>
              </c:ext>
            </c:extLst>
          </c:dPt>
          <c:dPt>
            <c:idx val="12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1E9A-416A-9C1E-4E4F41B88512}"/>
              </c:ext>
            </c:extLst>
          </c:dPt>
          <c:dPt>
            <c:idx val="13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1E9A-416A-9C1E-4E4F41B88512}"/>
              </c:ext>
            </c:extLst>
          </c:dPt>
          <c:dPt>
            <c:idx val="1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1E9A-416A-9C1E-4E4F41B88512}"/>
              </c:ext>
            </c:extLst>
          </c:dPt>
          <c:dPt>
            <c:idx val="15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1E9A-416A-9C1E-4E4F41B88512}"/>
              </c:ext>
            </c:extLst>
          </c:dPt>
          <c:dPt>
            <c:idx val="16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1E9A-416A-9C1E-4E4F41B88512}"/>
              </c:ext>
            </c:extLst>
          </c:dPt>
          <c:dPt>
            <c:idx val="17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1E9A-416A-9C1E-4E4F41B88512}"/>
              </c:ext>
            </c:extLst>
          </c:dPt>
          <c:dPt>
            <c:idx val="18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1E9A-416A-9C1E-4E4F41B88512}"/>
              </c:ext>
            </c:extLst>
          </c:dPt>
          <c:dPt>
            <c:idx val="19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1E9A-416A-9C1E-4E4F41B88512}"/>
              </c:ext>
            </c:extLst>
          </c:dPt>
          <c:val>
            <c:numLit>
              <c:formatCode>General</c:formatCode>
              <c:ptCount val="20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28-1E9A-416A-9C1E-4E4F41B885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doughnutChart>
        <c:varyColors val="1"/>
        <c:ser>
          <c:idx val="1"/>
          <c:order val="1"/>
          <c:tx>
            <c:strRef>
              <c:f>DR!$A$2</c:f>
              <c:strCache>
                <c:ptCount val="1"/>
                <c:pt idx="0">
                  <c:v>Level%</c:v>
                </c:pt>
              </c:strCache>
            </c:strRef>
          </c:tx>
          <c:dPt>
            <c:idx val="0"/>
            <c:bubble3D val="0"/>
            <c:spPr>
              <a:noFill/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1E9A-416A-9C1E-4E4F41B88512}"/>
              </c:ext>
            </c:extLst>
          </c:dPt>
          <c:dPt>
            <c:idx val="1"/>
            <c:bubble3D val="0"/>
            <c:spPr>
              <a:solidFill>
                <a:schemeClr val="bg1">
                  <a:alpha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1E9A-416A-9C1E-4E4F41B88512}"/>
              </c:ext>
            </c:extLst>
          </c:dPt>
          <c:val>
            <c:numRef>
              <c:f>DR!$B$2:$C$2</c:f>
              <c:numCache>
                <c:formatCode>0.00%</c:formatCode>
                <c:ptCount val="2"/>
                <c:pt idx="0">
                  <c:v>0</c:v>
                </c:pt>
                <c:pt idx="1">
                  <c:v>8.0000000000000004E-4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D-1E9A-416A-9C1E-4E4F41B885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[Oct 2025.xlsx]Charts!PivotTable4</c:name>
    <c:fmtId val="52"/>
  </c:pivotSource>
  <c:chart>
    <c:autoTitleDeleted val="1"/>
    <c:pivotFmts>
      <c:pivotFmt>
        <c:idx val="0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359808"/>
        <c:axId val="136366528"/>
      </c:lineChart>
      <c:catAx>
        <c:axId val="13635980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6366528"/>
        <c:crosses val="autoZero"/>
        <c:auto val="1"/>
        <c:lblAlgn val="ctr"/>
        <c:lblOffset val="100"/>
        <c:noMultiLvlLbl val="0"/>
      </c:catAx>
      <c:valAx>
        <c:axId val="13636652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6359808"/>
        <c:crosses val="autoZero"/>
        <c:crossBetween val="between"/>
      </c:valAx>
      <c:spPr>
        <a:pattFill prst="ltDnDiag">
          <a:fgClr>
            <a:srgbClr val="000000">
              <a:alpha val="0"/>
            </a:srgbClr>
          </a:fgClr>
          <a:bgClr>
            <a:srgbClr val="FFFFFF"/>
          </a:bgClr>
        </a:pattFill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2F2F2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[Oct 2025.xlsx]Charts!PivotTable2</c:name>
    <c:fmtId val="4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Damage</a:t>
            </a:r>
            <a:r>
              <a:rPr lang="en-US" b="1" baseline="0"/>
              <a:t> by plants 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555555555555556"/>
              <c:y val="-0.1435185185185185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111111111111113"/>
              <c:y val="-9.25925925925926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447295385850702"/>
              <c:y val="8.80340652848866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1111108680122906"/>
              <c:y val="3.276163036027059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7499999999999999"/>
              <c:y val="-6.48148148148148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94399772012027"/>
              <c:y val="-9.41799043814419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294569938127699"/>
              <c:y val="4.24021003734848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888369442000301"/>
              <c:y val="-0.183650813543811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006033847958625"/>
              <c:y val="2.19047622332922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174706706834355"/>
              <c:y val="-7.447619159319376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006033847958633"/>
              <c:y val="-0.1358095258464120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93097537202323"/>
              <c:y val="-0.197435924010488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1111108680122906"/>
              <c:y val="3.276163036027059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447295385850702"/>
              <c:y val="8.80340652848866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93097537202323"/>
              <c:y val="-0.197435924010488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1111108680122906"/>
              <c:y val="3.276163036027059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9447295385850702"/>
              <c:y val="8.80340652848866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93097537202323"/>
              <c:y val="-0.197435924010488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6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4.4276545777000638E-2"/>
          <c:y val="0.86813685541151864"/>
          <c:w val="0.78344900706994725"/>
          <c:h val="0.13001626298956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[May.xlsx]Charts!PivotTable4</c:name>
    <c:fmtId val="10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Plants</a:t>
            </a:r>
            <a:r>
              <a:rPr lang="en-US" baseline="0"/>
              <a:t> &amp; catogery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circle"/>
          <c:size val="6"/>
          <c:spPr>
            <a:solidFill>
              <a:schemeClr val="lt1"/>
            </a:solidFill>
            <a:ln w="1587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Charts!$C$3:$C$4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lt1"/>
              </a:solidFill>
              <a:ln w="15875">
                <a:solidFill>
                  <a:schemeClr val="accen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Charts!$A$5:$B$8</c:f>
              <c:multiLvlStrCache>
                <c:ptCount val="3"/>
                <c:lvl>
                  <c:pt idx="0">
                    <c:v>Improper handling (Parts)</c:v>
                  </c:pt>
                  <c:pt idx="1">
                    <c:v>Improper tool use </c:v>
                  </c:pt>
                  <c:pt idx="2">
                    <c:v>QC Inspection </c:v>
                  </c:pt>
                </c:lvl>
                <c:lvl>
                  <c:pt idx="0">
                    <c:v>Plant 1</c:v>
                  </c:pt>
                  <c:pt idx="1">
                    <c:v>Plant 4</c:v>
                  </c:pt>
                  <c:pt idx="2">
                    <c:v>QC 4</c:v>
                  </c:pt>
                </c:lvl>
              </c:multiLvlStrCache>
            </c:multiLvlStrRef>
          </c:cat>
          <c:val>
            <c:numRef>
              <c:f>Charts!$C$5:$C$8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C1-4B76-8B65-423DC7F12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359808"/>
        <c:axId val="136366528"/>
      </c:lineChart>
      <c:catAx>
        <c:axId val="136359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Karbon Semibold" panose="00000700000000000000" pitchFamily="50" charset="0"/>
                <a:ea typeface="+mn-ea"/>
                <a:cs typeface="+mn-cs"/>
              </a:defRPr>
            </a:pPr>
            <a:endParaRPr lang="en-US"/>
          </a:p>
        </c:txPr>
        <c:crossAx val="136366528"/>
        <c:crosses val="autoZero"/>
        <c:auto val="1"/>
        <c:lblAlgn val="ctr"/>
        <c:lblOffset val="100"/>
        <c:noMultiLvlLbl val="0"/>
      </c:catAx>
      <c:valAx>
        <c:axId val="13636652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635980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[May.xlsx]Charts!PivotTable2</c:name>
    <c:fmtId val="87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555555555555556"/>
              <c:y val="-0.1435185185185185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111111111111113"/>
              <c:y val="-9.25925925925926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1053692368734506"/>
              <c:y val="-8.93162513380781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31111108680122906"/>
              <c:y val="3.276163036027059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7499999999999999"/>
              <c:y val="-6.481481481481481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94399772012027"/>
              <c:y val="-9.41799043814419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294569938127699"/>
              <c:y val="4.24021003734848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888369442000301"/>
              <c:y val="-0.1836508135438118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006033847958625"/>
              <c:y val="2.190476223329227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174706706834355"/>
              <c:y val="-7.447619159319376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006033847958633"/>
              <c:y val="-0.1358095258464120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93097537202323"/>
              <c:y val="-0.197435924010488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115996669156485"/>
              <c:y val="-0.1128205280059934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8839331189654382"/>
              <c:y val="4.292722721546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1634935256405922"/>
              <c:y val="-0.197435924010488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7729425152618547"/>
              <c:y val="-4.230769800224761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2188979792425252"/>
              <c:y val="-9.40171066716611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9551040484743031E-2"/>
              <c:y val="-0.1794444287450193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8839331189654382"/>
              <c:y val="4.292722721546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8839331189654382"/>
              <c:y val="4.292722721546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8839331189654382"/>
              <c:y val="4.292722721546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bon Semibold" panose="00000700000000000000" pitchFamily="50" charset="0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Charts!$B$25:$B$26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12-4D3F-9169-FFB18C6B147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12-4D3F-9169-FFB18C6B147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12-4D3F-9169-FFB18C6B147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712-4D3F-9169-FFB18C6B147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712-4D3F-9169-FFB18C6B147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712-4D3F-9169-FFB18C6B147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712-4D3F-9169-FFB18C6B1471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712-4D3F-9169-FFB18C6B1471}"/>
              </c:ext>
            </c:extLst>
          </c:dPt>
          <c:dLbls>
            <c:dLbl>
              <c:idx val="0"/>
              <c:layout>
                <c:manualLayout>
                  <c:x val="-0.47110136185595797"/>
                  <c:y val="-1.461115785857886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712-4D3F-9169-FFB18C6B1471}"/>
                </c:ext>
              </c:extLst>
            </c:dLbl>
            <c:dLbl>
              <c:idx val="1"/>
              <c:layout>
                <c:manualLayout>
                  <c:x val="-0.28754065945676699"/>
                  <c:y val="-7.846160879659662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2-4D3F-9169-FFB18C6B1471}"/>
                </c:ext>
              </c:extLst>
            </c:dLbl>
            <c:dLbl>
              <c:idx val="2"/>
              <c:layout>
                <c:manualLayout>
                  <c:x val="0.55411481249481143"/>
                  <c:y val="2.092309567909243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2-4D3F-9169-FFB18C6B14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bon Semibold" panose="00000700000000000000" pitchFamily="50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Charts!$A$27:$A$30</c:f>
              <c:strCache>
                <c:ptCount val="3"/>
                <c:pt idx="0">
                  <c:v>Plant 1</c:v>
                </c:pt>
                <c:pt idx="1">
                  <c:v>Plant 4</c:v>
                </c:pt>
                <c:pt idx="2">
                  <c:v>QC 4</c:v>
                </c:pt>
              </c:strCache>
            </c:strRef>
          </c:cat>
          <c:val>
            <c:numRef>
              <c:f>Charts!$B$27:$B$30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712-4D3F-9169-FFB18C6B1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426664867965254"/>
          <c:y val="0.58753695908701242"/>
          <c:w val="0.22906155898357022"/>
          <c:h val="0.323216377039690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686487517484944"/>
          <c:y val="4.954954954954955E-2"/>
          <c:w val="0.61760704762538632"/>
          <c:h val="0.90090090090090091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73B-4F22-9CE9-CD8D1C2C4B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'TTL VL'!$I$2:$I$13</c:f>
              <c:strCache>
                <c:ptCount val="12"/>
                <c:pt idx="0">
                  <c:v>Total </c:v>
                </c:pt>
                <c:pt idx="1">
                  <c:v>DAMAGED - تلف</c:v>
                </c:pt>
                <c:pt idx="2">
                  <c:v>Manufacturers defect</c:v>
                </c:pt>
                <c:pt idx="3">
                  <c:v>Scratch - خدش</c:v>
                </c:pt>
                <c:pt idx="4">
                  <c:v>DENT - طعج</c:v>
                </c:pt>
                <c:pt idx="5">
                  <c:v>Broken</c:v>
                </c:pt>
                <c:pt idx="6">
                  <c:v>Malfunction</c:v>
                </c:pt>
                <c:pt idx="7">
                  <c:v>Paint defect</c:v>
                </c:pt>
                <c:pt idx="8">
                  <c:v>Dirty</c:v>
                </c:pt>
                <c:pt idx="9">
                  <c:v>Missing</c:v>
                </c:pt>
                <c:pt idx="10">
                  <c:v>Other</c:v>
                </c:pt>
                <c:pt idx="11">
                  <c:v>Total </c:v>
                </c:pt>
              </c:strCache>
            </c:strRef>
          </c:cat>
          <c:val>
            <c:numRef>
              <c:f>'TTL VL'!$J$2:$J$13</c:f>
              <c:numCache>
                <c:formatCode>General</c:formatCode>
                <c:ptCount val="12"/>
                <c:pt idx="1">
                  <c:v>5</c:v>
                </c:pt>
                <c:pt idx="2">
                  <c:v>16</c:v>
                </c:pt>
                <c:pt idx="3">
                  <c:v>188</c:v>
                </c:pt>
                <c:pt idx="4">
                  <c:v>13</c:v>
                </c:pt>
                <c:pt idx="5">
                  <c:v>0</c:v>
                </c:pt>
                <c:pt idx="6">
                  <c:v>0</c:v>
                </c:pt>
                <c:pt idx="7">
                  <c:v>94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3B-4F22-9CE9-CD8D1C2C4B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-97"/>
        <c:axId val="62370575"/>
        <c:axId val="62368655"/>
      </c:barChart>
      <c:catAx>
        <c:axId val="623705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/>
                </a:solidFill>
                <a:latin typeface="Karbon Semibold" panose="00000700000000000000" pitchFamily="50" charset="0"/>
                <a:ea typeface="+mn-ea"/>
                <a:cs typeface="+mn-cs"/>
              </a:defRPr>
            </a:pPr>
            <a:endParaRPr lang="en-US"/>
          </a:p>
        </c:txPr>
        <c:crossAx val="62368655"/>
        <c:crosses val="autoZero"/>
        <c:auto val="1"/>
        <c:lblAlgn val="ctr"/>
        <c:lblOffset val="100"/>
        <c:noMultiLvlLbl val="0"/>
      </c:catAx>
      <c:valAx>
        <c:axId val="6236865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2370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609704649072334E-2"/>
          <c:y val="0.18760735661617653"/>
          <c:w val="0.93888888888888888"/>
          <c:h val="0.448600639639316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'9'!$C$37</c:f>
              <c:strCache>
                <c:ptCount val="1"/>
                <c:pt idx="0">
                  <c:v>01-Oct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E7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F2-4670-886B-38D6724BA3E9}"/>
              </c:ext>
            </c:extLst>
          </c:dPt>
          <c:dPt>
            <c:idx val="2"/>
            <c:invertIfNegative val="0"/>
            <c:bubble3D val="0"/>
            <c:spPr>
              <a:solidFill>
                <a:srgbClr val="F4E7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BF2-4670-886B-38D6724BA3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'9'!$A$38:$B$45</c:f>
              <c:multiLvlStrCache>
                <c:ptCount val="8"/>
                <c:lvl>
                  <c:pt idx="0">
                    <c:v>MP Plant-1</c:v>
                  </c:pt>
                  <c:pt idx="1">
                    <c:v>MP Plant-2</c:v>
                  </c:pt>
                  <c:pt idx="2">
                    <c:v>MP Plant-3</c:v>
                  </c:pt>
                  <c:pt idx="3">
                    <c:v>MP Plant-6</c:v>
                  </c:pt>
                  <c:pt idx="4">
                    <c:v>MH Plant-1</c:v>
                  </c:pt>
                  <c:pt idx="5">
                    <c:v>MH Plant-2</c:v>
                  </c:pt>
                  <c:pt idx="6">
                    <c:v>MH Plant-3</c:v>
                  </c:pt>
                  <c:pt idx="7">
                    <c:v>MH-Plant-6</c:v>
                  </c:pt>
                </c:lvl>
                <c:lvl>
                  <c:pt idx="0">
                    <c:v>Production Manpower Utilization</c:v>
                  </c:pt>
                  <c:pt idx="4">
                    <c:v>Available ManHrs Utlization</c:v>
                  </c:pt>
                </c:lvl>
              </c:multiLvlStrCache>
            </c:multiLvlStrRef>
          </c:cat>
          <c:val>
            <c:numRef>
              <c:f>'9'!$C$38:$C$45</c:f>
              <c:numCache>
                <c:formatCode>0%</c:formatCode>
                <c:ptCount val="8"/>
                <c:pt idx="0">
                  <c:v>0.96470588235294119</c:v>
                </c:pt>
                <c:pt idx="1">
                  <c:v>1</c:v>
                </c:pt>
                <c:pt idx="2">
                  <c:v>1</c:v>
                </c:pt>
                <c:pt idx="3">
                  <c:v>0.97468354430379744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2-4670-886B-38D6724BA3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27"/>
        <c:axId val="537872256"/>
        <c:axId val="537879456"/>
      </c:barChart>
      <c:catAx>
        <c:axId val="537872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rbon Semibold" panose="00000700000000000000" pitchFamily="50" charset="0"/>
                <a:ea typeface="+mn-ea"/>
                <a:cs typeface="+mn-cs"/>
              </a:defRPr>
            </a:pPr>
            <a:endParaRPr lang="en-US"/>
          </a:p>
        </c:txPr>
        <c:crossAx val="537879456"/>
        <c:crosses val="autoZero"/>
        <c:auto val="1"/>
        <c:lblAlgn val="ctr"/>
        <c:lblOffset val="100"/>
        <c:noMultiLvlLbl val="0"/>
      </c:catAx>
      <c:valAx>
        <c:axId val="5378794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537872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Manpower Utilization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1939970643543319E-2"/>
          <c:y val="0.10756695144716909"/>
          <c:w val="0.96554859485369493"/>
          <c:h val="0.701837478339579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'9'!$B$4</c:f>
              <c:strCache>
                <c:ptCount val="1"/>
                <c:pt idx="0">
                  <c:v>Attended Manpower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73025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</a:ln>
                    <a:effectLst/>
                  </c:spPr>
                </c15:leaderLines>
              </c:ext>
            </c:extLst>
          </c:dLbls>
          <c:cat>
            <c:numRef>
              <c:f>'9'!$AF$3</c:f>
              <c:numCache>
                <c:formatCode>[$-409]d\-mmm;@</c:formatCode>
                <c:ptCount val="1"/>
                <c:pt idx="0">
                  <c:v>45991</c:v>
                </c:pt>
              </c:numCache>
            </c:numRef>
          </c:cat>
          <c:val>
            <c:numRef>
              <c:f>'9'!$AF$4</c:f>
              <c:numCache>
                <c:formatCode>0</c:formatCode>
                <c:ptCount val="1"/>
                <c:pt idx="0">
                  <c:v>307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9AB-4AE0-B177-EF968FD0CE58}"/>
            </c:ext>
          </c:extLst>
        </c:ser>
        <c:ser>
          <c:idx val="1"/>
          <c:order val="1"/>
          <c:tx>
            <c:strRef>
              <c:f>'9'!$B$5</c:f>
              <c:strCache>
                <c:ptCount val="1"/>
                <c:pt idx="0">
                  <c:v>Production Planned Manpower</c:v>
                </c:pt>
              </c:strCache>
            </c:strRef>
          </c:tx>
          <c:spPr>
            <a:gradFill flip="none" rotWithShape="1">
              <a:gsLst>
                <a:gs pos="0">
                  <a:schemeClr val="accent4"/>
                </a:gs>
                <a:gs pos="75000">
                  <a:schemeClr val="accent4">
                    <a:lumMod val="60000"/>
                    <a:lumOff val="40000"/>
                  </a:schemeClr>
                </a:gs>
                <a:gs pos="51000">
                  <a:schemeClr val="accent4">
                    <a:alpha val="75000"/>
                  </a:schemeClr>
                </a:gs>
                <a:gs pos="100000">
                  <a:schemeClr val="accent4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'9'!$AF$3</c:f>
              <c:numCache>
                <c:formatCode>[$-409]d\-mmm;@</c:formatCode>
                <c:ptCount val="1"/>
                <c:pt idx="0">
                  <c:v>45991</c:v>
                </c:pt>
              </c:numCache>
            </c:numRef>
          </c:cat>
          <c:val>
            <c:numRef>
              <c:f>'9'!$AF$5</c:f>
              <c:numCache>
                <c:formatCode>0</c:formatCode>
                <c:ptCount val="1"/>
                <c:pt idx="0">
                  <c:v>295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09AB-4AE0-B177-EF968FD0CE58}"/>
            </c:ext>
          </c:extLst>
        </c:ser>
        <c:ser>
          <c:idx val="2"/>
          <c:order val="2"/>
          <c:tx>
            <c:strRef>
              <c:f>'9'!$B$6</c:f>
              <c:strCache>
                <c:ptCount val="1"/>
                <c:pt idx="0">
                  <c:v>MP % </c:v>
                </c:pt>
              </c:strCache>
            </c:strRef>
          </c:tx>
          <c:spPr>
            <a:gradFill flip="none" rotWithShape="1">
              <a:gsLst>
                <a:gs pos="0">
                  <a:schemeClr val="accent6"/>
                </a:gs>
                <a:gs pos="75000">
                  <a:schemeClr val="accent6">
                    <a:lumMod val="60000"/>
                    <a:lumOff val="40000"/>
                  </a:schemeClr>
                </a:gs>
                <a:gs pos="51000">
                  <a:schemeClr val="accent6">
                    <a:alpha val="75000"/>
                  </a:schemeClr>
                </a:gs>
                <a:gs pos="100000">
                  <a:schemeClr val="accent6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'9'!$AF$3</c:f>
              <c:numCache>
                <c:formatCode>[$-409]d\-mmm;@</c:formatCode>
                <c:ptCount val="1"/>
                <c:pt idx="0">
                  <c:v>45991</c:v>
                </c:pt>
              </c:numCache>
            </c:numRef>
          </c:cat>
          <c:val>
            <c:numRef>
              <c:f>'9'!$AF$6</c:f>
              <c:numCache>
                <c:formatCode>0%</c:formatCode>
                <c:ptCount val="1"/>
                <c:pt idx="0">
                  <c:v>0.96091205211726383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09AB-4AE0-B177-EF968FD0CE58}"/>
            </c:ext>
          </c:extLst>
        </c:ser>
        <c:ser>
          <c:idx val="3"/>
          <c:order val="3"/>
          <c:tx>
            <c:strRef>
              <c:f>'9'!$B$7</c:f>
              <c:strCache>
                <c:ptCount val="1"/>
                <c:pt idx="0">
                  <c:v>MH % 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lumMod val="60000"/>
                  </a:schemeClr>
                </a:gs>
                <a:gs pos="75000">
                  <a:schemeClr val="accent2">
                    <a:lumMod val="60000"/>
                    <a:lumMod val="60000"/>
                    <a:lumOff val="40000"/>
                  </a:schemeClr>
                </a:gs>
                <a:gs pos="51000">
                  <a:schemeClr val="accent2">
                    <a:lumMod val="60000"/>
                    <a:alpha val="75000"/>
                  </a:schemeClr>
                </a:gs>
                <a:gs pos="100000">
                  <a:schemeClr val="accent2">
                    <a:lumMod val="60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'9'!$AF$3</c:f>
              <c:numCache>
                <c:formatCode>[$-409]d\-mmm;@</c:formatCode>
                <c:ptCount val="1"/>
                <c:pt idx="0">
                  <c:v>45991</c:v>
                </c:pt>
              </c:numCache>
            </c:numRef>
          </c:cat>
          <c:val>
            <c:numRef>
              <c:f>'9'!$AF$7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3-09AB-4AE0-B177-EF968FD0CE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882532592"/>
        <c:axId val="1882525048"/>
        <c:extLst/>
      </c:barChart>
      <c:dateAx>
        <c:axId val="1882532592"/>
        <c:scaling>
          <c:orientation val="minMax"/>
        </c:scaling>
        <c:delete val="0"/>
        <c:axPos val="b"/>
        <c:numFmt formatCode="[$-409]d\-m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2525048"/>
        <c:crosses val="autoZero"/>
        <c:auto val="1"/>
        <c:lblOffset val="100"/>
        <c:baseTimeUnit val="days"/>
      </c:dateAx>
      <c:valAx>
        <c:axId val="1882525048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1882532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7447957204452514E-2"/>
          <c:y val="0.90931550008383732"/>
          <c:w val="0.9"/>
          <c:h val="6.8548644326998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72 Light" panose="020B0303030000000003" pitchFamily="34" charset="0"/>
                <a:ea typeface="+mn-ea"/>
                <a:cs typeface="72 Light" panose="020B0303030000000003" pitchFamily="34" charset="0"/>
              </a:defRPr>
            </a:pPr>
            <a:r>
              <a:rPr lang="en-US" sz="1600" b="1">
                <a:latin typeface="Aptos SemiBold" panose="020B0004020202020204" pitchFamily="34" charset="0"/>
                <a:cs typeface="72 Light" panose="020B0303030000000003" pitchFamily="34" charset="0"/>
              </a:rPr>
              <a:t>MTD Incidents</a:t>
            </a:r>
            <a:r>
              <a:rPr lang="en-US" sz="1600" b="1" baseline="0">
                <a:latin typeface="Aptos SemiBold" panose="020B0004020202020204" pitchFamily="34" charset="0"/>
                <a:cs typeface="72 Light" panose="020B0303030000000003" pitchFamily="34" charset="0"/>
              </a:rPr>
              <a:t>  </a:t>
            </a:r>
            <a:endParaRPr lang="en-US" sz="1600" b="1">
              <a:latin typeface="Aptos SemiBold" panose="020B0004020202020204" pitchFamily="34" charset="0"/>
              <a:cs typeface="72 Light" panose="020B03030300000000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72 Light" panose="020B0303030000000003" pitchFamily="34" charset="0"/>
              <a:ea typeface="+mn-ea"/>
              <a:cs typeface="72 Light" panose="020B03030300000000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'8'!$B$2</c:f>
              <c:strCache>
                <c:ptCount val="1"/>
                <c:pt idx="0">
                  <c:v>Fatal incidents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'8'!$C$1:$G$1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P6</c:v>
                </c:pt>
                <c:pt idx="4">
                  <c:v>Total </c:v>
                </c:pt>
              </c:strCache>
            </c:strRef>
          </c:cat>
          <c:val>
            <c:numRef>
              <c:f>'8'!$C$2:$G$2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F540-459F-A8E2-0FC575D1FB1D}"/>
            </c:ext>
          </c:extLst>
        </c:ser>
        <c:ser>
          <c:idx val="1"/>
          <c:order val="1"/>
          <c:tx>
            <c:strRef>
              <c:f>'8'!$B$3</c:f>
              <c:strCache>
                <c:ptCount val="1"/>
                <c:pt idx="0">
                  <c:v>Near fatal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'8'!$C$1:$G$1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P6</c:v>
                </c:pt>
                <c:pt idx="4">
                  <c:v>Total </c:v>
                </c:pt>
              </c:strCache>
            </c:strRef>
          </c:cat>
          <c:val>
            <c:numRef>
              <c:f>'8'!$C$3:$G$3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F540-459F-A8E2-0FC575D1FB1D}"/>
            </c:ext>
          </c:extLst>
        </c:ser>
        <c:ser>
          <c:idx val="2"/>
          <c:order val="2"/>
          <c:tx>
            <c:strRef>
              <c:f>'8'!$B$4</c:f>
              <c:strCache>
                <c:ptCount val="1"/>
                <c:pt idx="0">
                  <c:v>Stop6</c:v>
                </c:pt>
              </c:strCache>
            </c:strRef>
          </c:tx>
          <c:spPr>
            <a:gradFill flip="none" rotWithShape="1">
              <a:gsLst>
                <a:gs pos="0">
                  <a:srgbClr val="7030A0">
                    <a:tint val="66000"/>
                    <a:satMod val="160000"/>
                  </a:srgbClr>
                </a:gs>
                <a:gs pos="50000">
                  <a:srgbClr val="7030A0">
                    <a:tint val="44500"/>
                    <a:satMod val="160000"/>
                  </a:srgbClr>
                </a:gs>
                <a:gs pos="100000">
                  <a:srgbClr val="7030A0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'8'!$C$1:$G$1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P6</c:v>
                </c:pt>
                <c:pt idx="4">
                  <c:v>Total </c:v>
                </c:pt>
              </c:strCache>
            </c:strRef>
          </c:cat>
          <c:val>
            <c:numRef>
              <c:f>'8'!$C$4:$G$4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F540-459F-A8E2-0FC575D1FB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"/>
        <c:overlap val="36"/>
        <c:axId val="459317072"/>
        <c:axId val="459317552"/>
      </c:barChart>
      <c:catAx>
        <c:axId val="459317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317552"/>
        <c:crosses val="autoZero"/>
        <c:auto val="1"/>
        <c:lblAlgn val="ctr"/>
        <c:lblOffset val="100"/>
        <c:noMultiLvlLbl val="0"/>
      </c:catAx>
      <c:valAx>
        <c:axId val="4593175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5931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MTD Kaizen Ideas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201762179414967"/>
          <c:y val="0.19556136942925476"/>
          <c:w val="0.80300437445319339"/>
          <c:h val="0.766064814814814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'8'!$C$22</c:f>
              <c:strCache>
                <c:ptCount val="1"/>
                <c:pt idx="0">
                  <c:v>Qty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'8'!$B$23:$B$28</c:f>
              <c:strCache>
                <c:ptCount val="6"/>
                <c:pt idx="0">
                  <c:v>Plant 6</c:v>
                </c:pt>
                <c:pt idx="1">
                  <c:v>Plant 4</c:v>
                </c:pt>
                <c:pt idx="2">
                  <c:v>Plant 3</c:v>
                </c:pt>
                <c:pt idx="3">
                  <c:v>Plant 2</c:v>
                </c:pt>
                <c:pt idx="4">
                  <c:v>Plant 1</c:v>
                </c:pt>
                <c:pt idx="5">
                  <c:v>Total : </c:v>
                </c:pt>
              </c:strCache>
            </c:strRef>
          </c:cat>
          <c:val>
            <c:numRef>
              <c:f>'8'!$C$23:$C$28</c:f>
              <c:numCache>
                <c:formatCode>0</c:formatCode>
                <c:ptCount val="6"/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 formatCode="General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71-49F4-A2F1-FD02900918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911920608"/>
        <c:axId val="911921568"/>
      </c:barChart>
      <c:catAx>
        <c:axId val="9119206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921568"/>
        <c:crosses val="autoZero"/>
        <c:auto val="1"/>
        <c:lblAlgn val="ctr"/>
        <c:lblOffset val="100"/>
        <c:noMultiLvlLbl val="0"/>
      </c:catAx>
      <c:valAx>
        <c:axId val="91192156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91192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YTD</a:t>
            </a:r>
            <a:r>
              <a:rPr lang="en-US" baseline="0"/>
              <a:t> </a:t>
            </a:r>
            <a:r>
              <a:rPr lang="en-US"/>
              <a:t>Kaizen Ideas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088451443569554"/>
          <c:y val="0.18763888888888891"/>
          <c:w val="0.80300437445319339"/>
          <c:h val="0.766064814814814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'8'!$C$33</c:f>
              <c:strCache>
                <c:ptCount val="1"/>
                <c:pt idx="0">
                  <c:v>Qty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'8'!$B$34:$B$39</c:f>
              <c:strCache>
                <c:ptCount val="6"/>
                <c:pt idx="0">
                  <c:v>Plant 6</c:v>
                </c:pt>
                <c:pt idx="1">
                  <c:v>Plant 4</c:v>
                </c:pt>
                <c:pt idx="2">
                  <c:v>Plant 3</c:v>
                </c:pt>
                <c:pt idx="3">
                  <c:v>Plant 2</c:v>
                </c:pt>
                <c:pt idx="4">
                  <c:v>Plant 1</c:v>
                </c:pt>
                <c:pt idx="5">
                  <c:v>Total : </c:v>
                </c:pt>
              </c:strCache>
            </c:strRef>
          </c:cat>
          <c:val>
            <c:numRef>
              <c:f>'8'!$C$34:$C$39</c:f>
              <c:numCache>
                <c:formatCode>0</c:formatCode>
                <c:ptCount val="6"/>
                <c:pt idx="1">
                  <c:v>18</c:v>
                </c:pt>
                <c:pt idx="2">
                  <c:v>18</c:v>
                </c:pt>
                <c:pt idx="3">
                  <c:v>60</c:v>
                </c:pt>
                <c:pt idx="4" formatCode="General">
                  <c:v>14</c:v>
                </c:pt>
                <c:pt idx="5" formatCode="General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2A-4DA5-9A1B-D1F4A47B9F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911920608"/>
        <c:axId val="911921568"/>
      </c:barChart>
      <c:catAx>
        <c:axId val="9119206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921568"/>
        <c:crosses val="autoZero"/>
        <c:auto val="1"/>
        <c:lblAlgn val="ctr"/>
        <c:lblOffset val="100"/>
        <c:noMultiLvlLbl val="0"/>
      </c:catAx>
      <c:valAx>
        <c:axId val="91192156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911920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38FFF-7F54-884C-89EB-6364A911B8ED}" type="datetimeFigureOut">
              <a:rPr lang="en-US" smtClean="0"/>
              <a:t>20-May-26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673E3-395E-D34A-8D94-DA836CF27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0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673E3-395E-D34A-8D94-DA836CF272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8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673E3-395E-D34A-8D94-DA836CF272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818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B68E4A9E-D8BA-9C49-2B67-BA1C18C47E8B}"/>
              </a:ext>
            </a:extLst>
          </p:cNvPr>
          <p:cNvSpPr/>
          <p:nvPr userDrawn="1"/>
        </p:nvSpPr>
        <p:spPr>
          <a:xfrm>
            <a:off x="0" y="1193744"/>
            <a:ext cx="12192000" cy="3646722"/>
          </a:xfrm>
          <a:custGeom>
            <a:avLst/>
            <a:gdLst>
              <a:gd name="connsiteX0" fmla="*/ 8554656 w 12192000"/>
              <a:gd name="connsiteY0" fmla="*/ 55929 h 3646722"/>
              <a:gd name="connsiteX1" fmla="*/ 8004366 w 12192000"/>
              <a:gd name="connsiteY1" fmla="*/ 48122 h 3646722"/>
              <a:gd name="connsiteX2" fmla="*/ 0 w 12192000"/>
              <a:gd name="connsiteY2" fmla="*/ 3224986 h 3646722"/>
              <a:gd name="connsiteX3" fmla="*/ 0 w 12192000"/>
              <a:gd name="connsiteY3" fmla="*/ 3583501 h 3646722"/>
              <a:gd name="connsiteX4" fmla="*/ 7982839 w 12192000"/>
              <a:gd name="connsiteY4" fmla="*/ 78844 h 3646722"/>
              <a:gd name="connsiteX5" fmla="*/ 8163814 w 12192000"/>
              <a:gd name="connsiteY5" fmla="*/ 25524 h 3646722"/>
              <a:gd name="connsiteX6" fmla="*/ 8271637 w 12192000"/>
              <a:gd name="connsiteY6" fmla="*/ 17082 h 3646722"/>
              <a:gd name="connsiteX7" fmla="*/ 8733219 w 12192000"/>
              <a:gd name="connsiteY7" fmla="*/ 194244 h 3646722"/>
              <a:gd name="connsiteX8" fmla="*/ 12192000 w 12192000"/>
              <a:gd name="connsiteY8" fmla="*/ 3646723 h 3646722"/>
              <a:gd name="connsiteX9" fmla="*/ 12192000 w 12192000"/>
              <a:gd name="connsiteY9" fmla="*/ 3300840 h 3646722"/>
              <a:gd name="connsiteX10" fmla="*/ 8762111 w 12192000"/>
              <a:gd name="connsiteY10" fmla="*/ 191705 h 3646722"/>
              <a:gd name="connsiteX11" fmla="*/ 8554656 w 12192000"/>
              <a:gd name="connsiteY11" fmla="*/ 55929 h 36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646722">
                <a:moveTo>
                  <a:pt x="8554656" y="55929"/>
                </a:moveTo>
                <a:cubicBezTo>
                  <a:pt x="8281606" y="-65183"/>
                  <a:pt x="8004366" y="48122"/>
                  <a:pt x="8004366" y="48122"/>
                </a:cubicBezTo>
                <a:lnTo>
                  <a:pt x="0" y="3224986"/>
                </a:lnTo>
                <a:lnTo>
                  <a:pt x="0" y="3583501"/>
                </a:lnTo>
                <a:cubicBezTo>
                  <a:pt x="1389317" y="2973937"/>
                  <a:pt x="7878890" y="126515"/>
                  <a:pt x="7982839" y="78844"/>
                </a:cubicBezTo>
                <a:cubicBezTo>
                  <a:pt x="8067929" y="39806"/>
                  <a:pt x="8163814" y="25524"/>
                  <a:pt x="8163814" y="25524"/>
                </a:cubicBezTo>
                <a:cubicBezTo>
                  <a:pt x="8198930" y="19938"/>
                  <a:pt x="8234934" y="17082"/>
                  <a:pt x="8271637" y="17082"/>
                </a:cubicBezTo>
                <a:cubicBezTo>
                  <a:pt x="8445246" y="17082"/>
                  <a:pt x="8602853" y="83732"/>
                  <a:pt x="8733219" y="194244"/>
                </a:cubicBezTo>
                <a:lnTo>
                  <a:pt x="12192000" y="3646723"/>
                </a:lnTo>
                <a:lnTo>
                  <a:pt x="12192000" y="3300840"/>
                </a:lnTo>
                <a:cubicBezTo>
                  <a:pt x="11898185" y="3034494"/>
                  <a:pt x="8852980" y="274225"/>
                  <a:pt x="8762111" y="191705"/>
                </a:cubicBezTo>
                <a:cubicBezTo>
                  <a:pt x="8666670" y="104997"/>
                  <a:pt x="8554656" y="55929"/>
                  <a:pt x="8554656" y="55929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2B3C405-E6BB-B0C1-B0F2-A7A5CFC3431F}"/>
              </a:ext>
            </a:extLst>
          </p:cNvPr>
          <p:cNvSpPr/>
          <p:nvPr userDrawn="1"/>
        </p:nvSpPr>
        <p:spPr>
          <a:xfrm>
            <a:off x="0" y="1176930"/>
            <a:ext cx="12192000" cy="3317654"/>
          </a:xfrm>
          <a:custGeom>
            <a:avLst/>
            <a:gdLst>
              <a:gd name="connsiteX0" fmla="*/ 0 w 12192000"/>
              <a:gd name="connsiteY0" fmla="*/ 3241801 h 3317654"/>
              <a:gd name="connsiteX1" fmla="*/ 8004366 w 12192000"/>
              <a:gd name="connsiteY1" fmla="*/ 64936 h 3317654"/>
              <a:gd name="connsiteX2" fmla="*/ 8554656 w 12192000"/>
              <a:gd name="connsiteY2" fmla="*/ 72744 h 3317654"/>
              <a:gd name="connsiteX3" fmla="*/ 8762111 w 12192000"/>
              <a:gd name="connsiteY3" fmla="*/ 208520 h 3317654"/>
              <a:gd name="connsiteX4" fmla="*/ 12192000 w 12192000"/>
              <a:gd name="connsiteY4" fmla="*/ 3317655 h 3317654"/>
              <a:gd name="connsiteX5" fmla="*/ 12192000 w 12192000"/>
              <a:gd name="connsiteY5" fmla="*/ 2998559 h 3317654"/>
              <a:gd name="connsiteX6" fmla="*/ 8733472 w 12192000"/>
              <a:gd name="connsiteY6" fmla="*/ 156406 h 3317654"/>
              <a:gd name="connsiteX7" fmla="*/ 8555927 w 12192000"/>
              <a:gd name="connsiteY7" fmla="*/ 52685 h 3317654"/>
              <a:gd name="connsiteX8" fmla="*/ 8271637 w 12192000"/>
              <a:gd name="connsiteY8" fmla="*/ 0 h 3317654"/>
              <a:gd name="connsiteX9" fmla="*/ 8120317 w 12192000"/>
              <a:gd name="connsiteY9" fmla="*/ 14473 h 3317654"/>
              <a:gd name="connsiteX10" fmla="*/ 8039482 w 12192000"/>
              <a:gd name="connsiteY10" fmla="*/ 36753 h 3317654"/>
              <a:gd name="connsiteX11" fmla="*/ 7991539 w 12192000"/>
              <a:gd name="connsiteY11" fmla="*/ 51924 h 3317654"/>
              <a:gd name="connsiteX12" fmla="*/ 0 w 12192000"/>
              <a:gd name="connsiteY12" fmla="*/ 2880049 h 3317654"/>
              <a:gd name="connsiteX13" fmla="*/ 0 w 12192000"/>
              <a:gd name="connsiteY13" fmla="*/ 3241801 h 3317654"/>
              <a:gd name="connsiteX14" fmla="*/ 0 w 12192000"/>
              <a:gd name="connsiteY14" fmla="*/ 3241801 h 3317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317654">
                <a:moveTo>
                  <a:pt x="0" y="3241801"/>
                </a:moveTo>
                <a:lnTo>
                  <a:pt x="8004366" y="64936"/>
                </a:lnTo>
                <a:cubicBezTo>
                  <a:pt x="8004366" y="64936"/>
                  <a:pt x="8281606" y="-48369"/>
                  <a:pt x="8554656" y="72744"/>
                </a:cubicBezTo>
                <a:cubicBezTo>
                  <a:pt x="8554656" y="72744"/>
                  <a:pt x="8666670" y="121811"/>
                  <a:pt x="8762111" y="208520"/>
                </a:cubicBezTo>
                <a:cubicBezTo>
                  <a:pt x="8852980" y="291039"/>
                  <a:pt x="11898185" y="3051308"/>
                  <a:pt x="12192000" y="3317655"/>
                </a:cubicBezTo>
                <a:lnTo>
                  <a:pt x="12192000" y="2998559"/>
                </a:lnTo>
                <a:lnTo>
                  <a:pt x="8733472" y="156406"/>
                </a:lnTo>
                <a:cubicBezTo>
                  <a:pt x="8657272" y="93183"/>
                  <a:pt x="8555927" y="52685"/>
                  <a:pt x="8555927" y="52685"/>
                </a:cubicBezTo>
                <a:cubicBezTo>
                  <a:pt x="8467725" y="18662"/>
                  <a:pt x="8371840" y="0"/>
                  <a:pt x="8271637" y="0"/>
                </a:cubicBezTo>
                <a:cubicBezTo>
                  <a:pt x="8219885" y="0"/>
                  <a:pt x="8169275" y="4951"/>
                  <a:pt x="8120317" y="14473"/>
                </a:cubicBezTo>
                <a:cubicBezTo>
                  <a:pt x="8120317" y="14473"/>
                  <a:pt x="8059674" y="29707"/>
                  <a:pt x="8039482" y="36753"/>
                </a:cubicBezTo>
                <a:lnTo>
                  <a:pt x="7991539" y="51924"/>
                </a:lnTo>
                <a:lnTo>
                  <a:pt x="0" y="2880049"/>
                </a:lnTo>
                <a:lnTo>
                  <a:pt x="0" y="3241801"/>
                </a:lnTo>
                <a:lnTo>
                  <a:pt x="0" y="3241801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8CAAEA4D-89BF-EAC9-A08F-89F4BB898D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10734"/>
            <a:ext cx="12192000" cy="5647265"/>
          </a:xfrm>
          <a:custGeom>
            <a:avLst/>
            <a:gdLst>
              <a:gd name="connsiteX0" fmla="*/ 8271637 w 12192000"/>
              <a:gd name="connsiteY0" fmla="*/ 0 h 5647265"/>
              <a:gd name="connsiteX1" fmla="*/ 8733219 w 12192000"/>
              <a:gd name="connsiteY1" fmla="*/ 177096 h 5647265"/>
              <a:gd name="connsiteX2" fmla="*/ 12192000 w 12192000"/>
              <a:gd name="connsiteY2" fmla="*/ 3628273 h 5647265"/>
              <a:gd name="connsiteX3" fmla="*/ 12192000 w 12192000"/>
              <a:gd name="connsiteY3" fmla="*/ 5647265 h 5647265"/>
              <a:gd name="connsiteX4" fmla="*/ 0 w 12192000"/>
              <a:gd name="connsiteY4" fmla="*/ 5647265 h 5647265"/>
              <a:gd name="connsiteX5" fmla="*/ 0 w 12192000"/>
              <a:gd name="connsiteY5" fmla="*/ 3565075 h 5647265"/>
              <a:gd name="connsiteX6" fmla="*/ 7982839 w 12192000"/>
              <a:gd name="connsiteY6" fmla="*/ 61739 h 5647265"/>
              <a:gd name="connsiteX7" fmla="*/ 8163814 w 12192000"/>
              <a:gd name="connsiteY7" fmla="*/ 8439 h 5647265"/>
              <a:gd name="connsiteX8" fmla="*/ 8271637 w 12192000"/>
              <a:gd name="connsiteY8" fmla="*/ 0 h 564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5647265">
                <a:moveTo>
                  <a:pt x="8271637" y="0"/>
                </a:moveTo>
                <a:cubicBezTo>
                  <a:pt x="8445246" y="0"/>
                  <a:pt x="8602853" y="66689"/>
                  <a:pt x="8733219" y="177096"/>
                </a:cubicBezTo>
                <a:lnTo>
                  <a:pt x="12192000" y="3628273"/>
                </a:lnTo>
                <a:lnTo>
                  <a:pt x="12192000" y="5647265"/>
                </a:lnTo>
                <a:lnTo>
                  <a:pt x="0" y="5647265"/>
                </a:lnTo>
                <a:lnTo>
                  <a:pt x="0" y="3565075"/>
                </a:lnTo>
                <a:cubicBezTo>
                  <a:pt x="1389317" y="2955741"/>
                  <a:pt x="7878890" y="109392"/>
                  <a:pt x="7982839" y="61739"/>
                </a:cubicBezTo>
                <a:cubicBezTo>
                  <a:pt x="8067929" y="22716"/>
                  <a:pt x="8163814" y="8439"/>
                  <a:pt x="8163814" y="8439"/>
                </a:cubicBezTo>
                <a:cubicBezTo>
                  <a:pt x="8198930" y="2855"/>
                  <a:pt x="8234934" y="0"/>
                  <a:pt x="8271637" y="0"/>
                </a:cubicBezTo>
                <a:close/>
              </a:path>
            </a:pathLst>
          </a:custGeom>
          <a:pattFill prst="pct40">
            <a:fgClr>
              <a:schemeClr val="tx1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 wrap="square" tIns="1655999" anchor="t" anchorCtr="0">
            <a:noAutofit/>
          </a:bodyPr>
          <a:lstStyle>
            <a:lvl1pPr algn="ctr"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C2C81-225C-102F-C119-ED29A802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019" y="512762"/>
            <a:ext cx="3476031" cy="950523"/>
          </a:xfrm>
        </p:spPr>
        <p:txBody>
          <a:bodyPr anchor="b"/>
          <a:lstStyle>
            <a:lvl1pPr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EAEA9-65B4-39CF-B077-538976E33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2019" y="1590625"/>
            <a:ext cx="3476031" cy="200055"/>
          </a:xfrm>
        </p:spPr>
        <p:txBody>
          <a:bodyPr>
            <a:spAutoFit/>
          </a:bodyPr>
          <a:lstStyle>
            <a:lvl1pPr marL="0" indent="0">
              <a:buNone/>
              <a:defRPr sz="13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C6E707D0-6EFE-7FB3-08DC-8ED111D33F6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pic>
        <p:nvPicPr>
          <p:cNvPr id="11" name="Picture 10" descr="A black and blue logo&#10;&#10;Description automatically generated">
            <a:extLst>
              <a:ext uri="{FF2B5EF4-FFF2-40B4-BE49-F238E27FC236}">
                <a16:creationId xmlns:a16="http://schemas.microsoft.com/office/drawing/2014/main" id="{175B298B-33E4-9C49-B2FD-C22F238145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26569" y="362713"/>
            <a:ext cx="2795769" cy="84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7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21447E-F1EF-912E-9502-BDAFC2B8996A}"/>
              </a:ext>
            </a:extLst>
          </p:cNvPr>
          <p:cNvSpPr/>
          <p:nvPr userDrawn="1"/>
        </p:nvSpPr>
        <p:spPr>
          <a:xfrm>
            <a:off x="0" y="4865914"/>
            <a:ext cx="12192000" cy="1992086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C2C81-225C-102F-C119-ED29A802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037001"/>
            <a:ext cx="7210425" cy="430887"/>
          </a:xfrm>
        </p:spPr>
        <p:txBody>
          <a:bodyPr anchor="t" anchorCtr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297896-2542-1C86-7379-AED687AEA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6700" y="6356350"/>
            <a:ext cx="2771774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8ECAA-3FD4-634C-6451-8D99D8D6EC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213873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subtitle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21447E-F1EF-912E-9502-BDAFC2B8996A}"/>
              </a:ext>
            </a:extLst>
          </p:cNvPr>
          <p:cNvSpPr/>
          <p:nvPr userDrawn="1"/>
        </p:nvSpPr>
        <p:spPr>
          <a:xfrm>
            <a:off x="0" y="4865914"/>
            <a:ext cx="12192000" cy="1992086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C2C81-225C-102F-C119-ED29A802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2007782"/>
            <a:ext cx="5724525" cy="1354217"/>
          </a:xfrm>
        </p:spPr>
        <p:txBody>
          <a:bodyPr wrap="square" anchor="b" anchorCtr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297896-2542-1C86-7379-AED687AEA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6700" y="6356350"/>
            <a:ext cx="2771774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168C03-A4B2-07F8-2B47-CF62CF052D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3525" y="3416116"/>
            <a:ext cx="5724525" cy="246221"/>
          </a:xfrm>
        </p:spPr>
        <p:txBody>
          <a:bodyPr wrap="square">
            <a:sp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4512778-167A-C7E5-F21B-6740912258F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194222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subtitle (right)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21447E-F1EF-912E-9502-BDAFC2B8996A}"/>
              </a:ext>
            </a:extLst>
          </p:cNvPr>
          <p:cNvSpPr/>
          <p:nvPr userDrawn="1"/>
        </p:nvSpPr>
        <p:spPr>
          <a:xfrm>
            <a:off x="0" y="4865914"/>
            <a:ext cx="12192000" cy="1992086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297896-2542-1C86-7379-AED687AEA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6700" y="6356350"/>
            <a:ext cx="2771774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33">
            <a:extLst>
              <a:ext uri="{FF2B5EF4-FFF2-40B4-BE49-F238E27FC236}">
                <a16:creationId xmlns:a16="http://schemas.microsoft.com/office/drawing/2014/main" id="{36C2747D-26C8-6884-F628-7E672FEA9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6675" y="964172"/>
            <a:ext cx="4241800" cy="3090862"/>
          </a:xfrm>
        </p:spPr>
        <p:txBody>
          <a:bodyPr/>
          <a:lstStyle>
            <a:lvl1pPr>
              <a:spcAft>
                <a:spcPts val="600"/>
              </a:spcAft>
              <a:defRPr sz="4400" b="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0E605-3233-EF98-6AD2-44DDDFDC08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22156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subtitle, image and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26AC22B-1CE0-E530-7790-8752BA7F6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618979" cy="6857365"/>
          </a:xfrm>
          <a:custGeom>
            <a:avLst/>
            <a:gdLst>
              <a:gd name="connsiteX0" fmla="*/ 0 w 9618979"/>
              <a:gd name="connsiteY0" fmla="*/ 0 h 6857365"/>
              <a:gd name="connsiteX1" fmla="*/ 7375803 w 9618979"/>
              <a:gd name="connsiteY1" fmla="*/ 0 h 6857365"/>
              <a:gd name="connsiteX2" fmla="*/ 7773716 w 9618979"/>
              <a:gd name="connsiteY2" fmla="*/ 906177 h 6857365"/>
              <a:gd name="connsiteX3" fmla="*/ 9544683 w 9618979"/>
              <a:gd name="connsiteY3" fmla="*/ 4935855 h 6857365"/>
              <a:gd name="connsiteX4" fmla="*/ 9608183 w 9618979"/>
              <a:gd name="connsiteY4" fmla="*/ 5151755 h 6857365"/>
              <a:gd name="connsiteX5" fmla="*/ 9618343 w 9618979"/>
              <a:gd name="connsiteY5" fmla="*/ 5280025 h 6857365"/>
              <a:gd name="connsiteX6" fmla="*/ 9618979 w 9618979"/>
              <a:gd name="connsiteY6" fmla="*/ 5280025 h 6857365"/>
              <a:gd name="connsiteX7" fmla="*/ 9407523 w 9618979"/>
              <a:gd name="connsiteY7" fmla="*/ 5829935 h 6857365"/>
              <a:gd name="connsiteX8" fmla="*/ 8381364 w 9618979"/>
              <a:gd name="connsiteY8" fmla="*/ 6857365 h 6857365"/>
              <a:gd name="connsiteX9" fmla="*/ 0 w 9618979"/>
              <a:gd name="connsiteY9" fmla="*/ 6857365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18979" h="6857365">
                <a:moveTo>
                  <a:pt x="0" y="0"/>
                </a:moveTo>
                <a:lnTo>
                  <a:pt x="7375803" y="0"/>
                </a:lnTo>
                <a:lnTo>
                  <a:pt x="7773716" y="906177"/>
                </a:lnTo>
                <a:cubicBezTo>
                  <a:pt x="8693743" y="3001309"/>
                  <a:pt x="9516902" y="4875293"/>
                  <a:pt x="9544683" y="4935855"/>
                </a:cubicBezTo>
                <a:cubicBezTo>
                  <a:pt x="9591038" y="5037455"/>
                  <a:pt x="9608183" y="5151755"/>
                  <a:pt x="9608183" y="5151755"/>
                </a:cubicBezTo>
                <a:cubicBezTo>
                  <a:pt x="9615168" y="5193666"/>
                  <a:pt x="9618343" y="5236210"/>
                  <a:pt x="9618343" y="5280025"/>
                </a:cubicBezTo>
                <a:lnTo>
                  <a:pt x="9618979" y="5280025"/>
                </a:lnTo>
                <a:cubicBezTo>
                  <a:pt x="9618979" y="5487035"/>
                  <a:pt x="9538968" y="5674360"/>
                  <a:pt x="9407523" y="5829935"/>
                </a:cubicBezTo>
                <a:lnTo>
                  <a:pt x="8381364" y="6857365"/>
                </a:lnTo>
                <a:lnTo>
                  <a:pt x="0" y="6857365"/>
                </a:lnTo>
                <a:close/>
              </a:path>
            </a:pathLst>
          </a:custGeom>
          <a:pattFill prst="pct40">
            <a:fgClr>
              <a:schemeClr val="tx1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 wrap="square" tIns="288000">
            <a:noAutofit/>
          </a:bodyPr>
          <a:lstStyle>
            <a:lvl1pPr algn="ctr">
              <a:defRPr b="1" i="0">
                <a:solidFill>
                  <a:schemeClr val="tx1"/>
                </a:solidFill>
                <a:latin typeface="Karbon Bo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1447E-F1EF-912E-9502-BDAFC2B8996A}"/>
              </a:ext>
            </a:extLst>
          </p:cNvPr>
          <p:cNvSpPr/>
          <p:nvPr userDrawn="1"/>
        </p:nvSpPr>
        <p:spPr>
          <a:xfrm>
            <a:off x="0" y="4865914"/>
            <a:ext cx="12192000" cy="1992086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297896-2542-1C86-7379-AED687AEA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6700" y="6356350"/>
            <a:ext cx="2771774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9F90EB0-C376-CC1A-4DAF-256FECAB19A4}"/>
              </a:ext>
            </a:extLst>
          </p:cNvPr>
          <p:cNvSpPr/>
          <p:nvPr/>
        </p:nvSpPr>
        <p:spPr>
          <a:xfrm>
            <a:off x="7376158" y="0"/>
            <a:ext cx="2262460" cy="6857999"/>
          </a:xfrm>
          <a:custGeom>
            <a:avLst/>
            <a:gdLst>
              <a:gd name="connsiteX0" fmla="*/ 2168525 w 2262460"/>
              <a:gd name="connsiteY0" fmla="*/ 4936490 h 6857999"/>
              <a:gd name="connsiteX1" fmla="*/ 2232025 w 2262460"/>
              <a:gd name="connsiteY1" fmla="*/ 5152390 h 6857999"/>
              <a:gd name="connsiteX2" fmla="*/ 2242185 w 2262460"/>
              <a:gd name="connsiteY2" fmla="*/ 5280659 h 6857999"/>
              <a:gd name="connsiteX3" fmla="*/ 2030730 w 2262460"/>
              <a:gd name="connsiteY3" fmla="*/ 5830569 h 6857999"/>
              <a:gd name="connsiteX4" fmla="*/ 1004570 w 2262460"/>
              <a:gd name="connsiteY4" fmla="*/ 6857999 h 6857999"/>
              <a:gd name="connsiteX5" fmla="*/ 1132840 w 2262460"/>
              <a:gd name="connsiteY5" fmla="*/ 6857999 h 6857999"/>
              <a:gd name="connsiteX6" fmla="*/ 2033905 w 2262460"/>
              <a:gd name="connsiteY6" fmla="*/ 5864859 h 6857999"/>
              <a:gd name="connsiteX7" fmla="*/ 2195830 w 2262460"/>
              <a:gd name="connsiteY7" fmla="*/ 5617845 h 6857999"/>
              <a:gd name="connsiteX8" fmla="*/ 2205355 w 2262460"/>
              <a:gd name="connsiteY8" fmla="*/ 4961890 h 6857999"/>
              <a:gd name="connsiteX9" fmla="*/ 235585 w 2262460"/>
              <a:gd name="connsiteY9" fmla="*/ 0 h 6857999"/>
              <a:gd name="connsiteX10" fmla="*/ 0 w 2262460"/>
              <a:gd name="connsiteY10" fmla="*/ 0 h 6857999"/>
              <a:gd name="connsiteX11" fmla="*/ 2169160 w 2262460"/>
              <a:gd name="connsiteY11" fmla="*/ 493649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2460" h="6857999">
                <a:moveTo>
                  <a:pt x="2168525" y="4936490"/>
                </a:moveTo>
                <a:cubicBezTo>
                  <a:pt x="2214880" y="5038090"/>
                  <a:pt x="2232025" y="5152390"/>
                  <a:pt x="2232025" y="5152390"/>
                </a:cubicBezTo>
                <a:cubicBezTo>
                  <a:pt x="2238375" y="5194299"/>
                  <a:pt x="2242185" y="5236845"/>
                  <a:pt x="2242185" y="5280659"/>
                </a:cubicBezTo>
                <a:cubicBezTo>
                  <a:pt x="2242185" y="5487670"/>
                  <a:pt x="2162810" y="5675629"/>
                  <a:pt x="2030730" y="5830569"/>
                </a:cubicBezTo>
                <a:lnTo>
                  <a:pt x="1004570" y="6857999"/>
                </a:lnTo>
                <a:lnTo>
                  <a:pt x="1132840" y="6857999"/>
                </a:lnTo>
                <a:cubicBezTo>
                  <a:pt x="1630045" y="6309994"/>
                  <a:pt x="2001520" y="5899784"/>
                  <a:pt x="2033905" y="5864859"/>
                </a:cubicBezTo>
                <a:cubicBezTo>
                  <a:pt x="2137410" y="5751194"/>
                  <a:pt x="2195830" y="5617845"/>
                  <a:pt x="2195830" y="5617845"/>
                </a:cubicBezTo>
                <a:cubicBezTo>
                  <a:pt x="2339975" y="5292724"/>
                  <a:pt x="2205355" y="4961890"/>
                  <a:pt x="2205355" y="4961890"/>
                </a:cubicBezTo>
                <a:lnTo>
                  <a:pt x="235585" y="0"/>
                </a:lnTo>
                <a:lnTo>
                  <a:pt x="0" y="0"/>
                </a:lnTo>
                <a:cubicBezTo>
                  <a:pt x="1066800" y="2429510"/>
                  <a:pt x="2137410" y="4867275"/>
                  <a:pt x="2169160" y="493649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5740E3F-F2B6-368E-28F2-803445A5C0AD}"/>
              </a:ext>
            </a:extLst>
          </p:cNvPr>
          <p:cNvSpPr/>
          <p:nvPr/>
        </p:nvSpPr>
        <p:spPr>
          <a:xfrm>
            <a:off x="7611743" y="0"/>
            <a:ext cx="2046605" cy="6857999"/>
          </a:xfrm>
          <a:custGeom>
            <a:avLst/>
            <a:gdLst>
              <a:gd name="connsiteX0" fmla="*/ 1969770 w 2046605"/>
              <a:gd name="connsiteY0" fmla="*/ 4961890 h 6857999"/>
              <a:gd name="connsiteX1" fmla="*/ 1960245 w 2046605"/>
              <a:gd name="connsiteY1" fmla="*/ 5617845 h 6857999"/>
              <a:gd name="connsiteX2" fmla="*/ 1798320 w 2046605"/>
              <a:gd name="connsiteY2" fmla="*/ 5864859 h 6857999"/>
              <a:gd name="connsiteX3" fmla="*/ 897255 w 2046605"/>
              <a:gd name="connsiteY3" fmla="*/ 6857999 h 6857999"/>
              <a:gd name="connsiteX4" fmla="*/ 1015365 w 2046605"/>
              <a:gd name="connsiteY4" fmla="*/ 6857999 h 6857999"/>
              <a:gd name="connsiteX5" fmla="*/ 1859915 w 2046605"/>
              <a:gd name="connsiteY5" fmla="*/ 5830569 h 6857999"/>
              <a:gd name="connsiteX6" fmla="*/ 1983740 w 2046605"/>
              <a:gd name="connsiteY6" fmla="*/ 5619115 h 6857999"/>
              <a:gd name="connsiteX7" fmla="*/ 2046605 w 2046605"/>
              <a:gd name="connsiteY7" fmla="*/ 5280659 h 6857999"/>
              <a:gd name="connsiteX8" fmla="*/ 2029461 w 2046605"/>
              <a:gd name="connsiteY8" fmla="*/ 5100320 h 6857999"/>
              <a:gd name="connsiteX9" fmla="*/ 2002790 w 2046605"/>
              <a:gd name="connsiteY9" fmla="*/ 5003800 h 6857999"/>
              <a:gd name="connsiteX10" fmla="*/ 1985011 w 2046605"/>
              <a:gd name="connsiteY10" fmla="*/ 4946650 h 6857999"/>
              <a:gd name="connsiteX11" fmla="*/ 234315 w 2046605"/>
              <a:gd name="connsiteY11" fmla="*/ 0 h 6857999"/>
              <a:gd name="connsiteX12" fmla="*/ 0 w 2046605"/>
              <a:gd name="connsiteY12" fmla="*/ 0 h 6857999"/>
              <a:gd name="connsiteX13" fmla="*/ 1969770 w 2046605"/>
              <a:gd name="connsiteY13" fmla="*/ 496189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46605" h="6857999">
                <a:moveTo>
                  <a:pt x="1969770" y="4961890"/>
                </a:moveTo>
                <a:cubicBezTo>
                  <a:pt x="1969770" y="4961890"/>
                  <a:pt x="2105025" y="5292090"/>
                  <a:pt x="1960245" y="5617845"/>
                </a:cubicBezTo>
                <a:cubicBezTo>
                  <a:pt x="1960245" y="5617845"/>
                  <a:pt x="1901825" y="5751194"/>
                  <a:pt x="1798320" y="5864859"/>
                </a:cubicBezTo>
                <a:cubicBezTo>
                  <a:pt x="1765936" y="5900419"/>
                  <a:pt x="1394461" y="6309994"/>
                  <a:pt x="897255" y="6857999"/>
                </a:cubicBezTo>
                <a:lnTo>
                  <a:pt x="1015365" y="6857999"/>
                </a:lnTo>
                <a:lnTo>
                  <a:pt x="1859915" y="5830569"/>
                </a:lnTo>
                <a:cubicBezTo>
                  <a:pt x="1935480" y="5739765"/>
                  <a:pt x="1983740" y="5619115"/>
                  <a:pt x="1983740" y="5619115"/>
                </a:cubicBezTo>
                <a:cubicBezTo>
                  <a:pt x="2024380" y="5513704"/>
                  <a:pt x="2046605" y="5400040"/>
                  <a:pt x="2046605" y="5280659"/>
                </a:cubicBezTo>
                <a:cubicBezTo>
                  <a:pt x="2046605" y="5161279"/>
                  <a:pt x="2040890" y="5158740"/>
                  <a:pt x="2029461" y="5100320"/>
                </a:cubicBezTo>
                <a:cubicBezTo>
                  <a:pt x="2029461" y="5100320"/>
                  <a:pt x="2011045" y="5027929"/>
                  <a:pt x="2002790" y="5003800"/>
                </a:cubicBezTo>
                <a:lnTo>
                  <a:pt x="1985011" y="4946650"/>
                </a:lnTo>
                <a:lnTo>
                  <a:pt x="234315" y="0"/>
                </a:lnTo>
                <a:lnTo>
                  <a:pt x="0" y="0"/>
                </a:lnTo>
                <a:lnTo>
                  <a:pt x="1969770" y="496189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0786AB2-DBCA-B911-420F-BB78500EE897}"/>
              </a:ext>
            </a:extLst>
          </p:cNvPr>
          <p:cNvSpPr/>
          <p:nvPr/>
        </p:nvSpPr>
        <p:spPr>
          <a:xfrm>
            <a:off x="7845423" y="0"/>
            <a:ext cx="4345939" cy="6857999"/>
          </a:xfrm>
          <a:custGeom>
            <a:avLst/>
            <a:gdLst>
              <a:gd name="connsiteX0" fmla="*/ 1692275 w 4345939"/>
              <a:gd name="connsiteY0" fmla="*/ 4778375 h 6857999"/>
              <a:gd name="connsiteX1" fmla="*/ 1747520 w 4345939"/>
              <a:gd name="connsiteY1" fmla="*/ 4933950 h 6857999"/>
              <a:gd name="connsiteX2" fmla="*/ 1748790 w 4345939"/>
              <a:gd name="connsiteY2" fmla="*/ 4939029 h 6857999"/>
              <a:gd name="connsiteX3" fmla="*/ 1751330 w 4345939"/>
              <a:gd name="connsiteY3" fmla="*/ 4946650 h 6857999"/>
              <a:gd name="connsiteX4" fmla="*/ 1769110 w 4345939"/>
              <a:gd name="connsiteY4" fmla="*/ 5003800 h 6857999"/>
              <a:gd name="connsiteX5" fmla="*/ 1795780 w 4345939"/>
              <a:gd name="connsiteY5" fmla="*/ 5100320 h 6857999"/>
              <a:gd name="connsiteX6" fmla="*/ 1812925 w 4345939"/>
              <a:gd name="connsiteY6" fmla="*/ 5280659 h 6857999"/>
              <a:gd name="connsiteX7" fmla="*/ 1750060 w 4345939"/>
              <a:gd name="connsiteY7" fmla="*/ 5619115 h 6857999"/>
              <a:gd name="connsiteX8" fmla="*/ 1626235 w 4345939"/>
              <a:gd name="connsiteY8" fmla="*/ 5830569 h 6857999"/>
              <a:gd name="connsiteX9" fmla="*/ 781685 w 4345939"/>
              <a:gd name="connsiteY9" fmla="*/ 6857999 h 6857999"/>
              <a:gd name="connsiteX10" fmla="*/ 4345940 w 4345939"/>
              <a:gd name="connsiteY10" fmla="*/ 6857999 h 6857999"/>
              <a:gd name="connsiteX11" fmla="*/ 4345940 w 4345939"/>
              <a:gd name="connsiteY11" fmla="*/ 0 h 6857999"/>
              <a:gd name="connsiteX12" fmla="*/ 0 w 4345939"/>
              <a:gd name="connsiteY12" fmla="*/ 0 h 6857999"/>
              <a:gd name="connsiteX13" fmla="*/ 1691640 w 4345939"/>
              <a:gd name="connsiteY13" fmla="*/ 477837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5939" h="6857999">
                <a:moveTo>
                  <a:pt x="1692275" y="4778375"/>
                </a:moveTo>
                <a:cubicBezTo>
                  <a:pt x="1710055" y="4822190"/>
                  <a:pt x="1729105" y="4874895"/>
                  <a:pt x="1747520" y="4933950"/>
                </a:cubicBezTo>
                <a:cubicBezTo>
                  <a:pt x="1747520" y="4935220"/>
                  <a:pt x="1748790" y="4937125"/>
                  <a:pt x="1748790" y="4939029"/>
                </a:cubicBezTo>
                <a:lnTo>
                  <a:pt x="1751330" y="4946650"/>
                </a:lnTo>
                <a:lnTo>
                  <a:pt x="1769110" y="5003800"/>
                </a:lnTo>
                <a:cubicBezTo>
                  <a:pt x="1777365" y="5027929"/>
                  <a:pt x="1795780" y="5100320"/>
                  <a:pt x="1795780" y="5100320"/>
                </a:cubicBezTo>
                <a:cubicBezTo>
                  <a:pt x="1807210" y="5158740"/>
                  <a:pt x="1812925" y="5219065"/>
                  <a:pt x="1812925" y="5280659"/>
                </a:cubicBezTo>
                <a:cubicBezTo>
                  <a:pt x="1812925" y="5400040"/>
                  <a:pt x="1790700" y="5514340"/>
                  <a:pt x="1750060" y="5619115"/>
                </a:cubicBezTo>
                <a:cubicBezTo>
                  <a:pt x="1750060" y="5619115"/>
                  <a:pt x="1701800" y="5739765"/>
                  <a:pt x="1626235" y="5830569"/>
                </a:cubicBezTo>
                <a:lnTo>
                  <a:pt x="781685" y="6857999"/>
                </a:lnTo>
                <a:lnTo>
                  <a:pt x="4345940" y="6857999"/>
                </a:lnTo>
                <a:lnTo>
                  <a:pt x="4345940" y="0"/>
                </a:lnTo>
                <a:lnTo>
                  <a:pt x="0" y="0"/>
                </a:lnTo>
                <a:lnTo>
                  <a:pt x="1691640" y="4778375"/>
                </a:lnTo>
                <a:close/>
              </a:path>
            </a:pathLst>
          </a:custGeom>
          <a:solidFill>
            <a:schemeClr val="accent4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1" name="Picture 30" descr="A logo with white text&#10;&#10;Description automatically generated">
            <a:extLst>
              <a:ext uri="{FF2B5EF4-FFF2-40B4-BE49-F238E27FC236}">
                <a16:creationId xmlns:a16="http://schemas.microsoft.com/office/drawing/2014/main" id="{5C101BD6-0F62-65B3-7453-5D0C5065D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9025" y="481701"/>
            <a:ext cx="1949450" cy="165100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D430B13-51D9-7952-1AB2-0487D1D453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5" y="1125538"/>
            <a:ext cx="5724525" cy="2125662"/>
          </a:xfrm>
        </p:spPr>
        <p:txBody>
          <a:bodyPr/>
          <a:lstStyle>
            <a:lvl1pPr>
              <a:spcAft>
                <a:spcPts val="400"/>
              </a:spcAft>
              <a:defRPr sz="4400" b="0">
                <a:solidFill>
                  <a:schemeClr val="accent4"/>
                </a:solidFill>
              </a:defRPr>
            </a:lvl1pPr>
            <a:lvl2pPr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160E43B1-246A-F134-BF09-D7B7071B6D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212246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with subtitle, image and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26AC22B-1CE0-E530-7790-8752BA7F6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618979" cy="6857365"/>
          </a:xfrm>
          <a:custGeom>
            <a:avLst/>
            <a:gdLst>
              <a:gd name="connsiteX0" fmla="*/ 0 w 9618979"/>
              <a:gd name="connsiteY0" fmla="*/ 0 h 6857365"/>
              <a:gd name="connsiteX1" fmla="*/ 7375803 w 9618979"/>
              <a:gd name="connsiteY1" fmla="*/ 0 h 6857365"/>
              <a:gd name="connsiteX2" fmla="*/ 7773716 w 9618979"/>
              <a:gd name="connsiteY2" fmla="*/ 906177 h 6857365"/>
              <a:gd name="connsiteX3" fmla="*/ 9544683 w 9618979"/>
              <a:gd name="connsiteY3" fmla="*/ 4935855 h 6857365"/>
              <a:gd name="connsiteX4" fmla="*/ 9608183 w 9618979"/>
              <a:gd name="connsiteY4" fmla="*/ 5151755 h 6857365"/>
              <a:gd name="connsiteX5" fmla="*/ 9618343 w 9618979"/>
              <a:gd name="connsiteY5" fmla="*/ 5280025 h 6857365"/>
              <a:gd name="connsiteX6" fmla="*/ 9618979 w 9618979"/>
              <a:gd name="connsiteY6" fmla="*/ 5280025 h 6857365"/>
              <a:gd name="connsiteX7" fmla="*/ 9407523 w 9618979"/>
              <a:gd name="connsiteY7" fmla="*/ 5829935 h 6857365"/>
              <a:gd name="connsiteX8" fmla="*/ 8381364 w 9618979"/>
              <a:gd name="connsiteY8" fmla="*/ 6857365 h 6857365"/>
              <a:gd name="connsiteX9" fmla="*/ 0 w 9618979"/>
              <a:gd name="connsiteY9" fmla="*/ 6857365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18979" h="6857365">
                <a:moveTo>
                  <a:pt x="0" y="0"/>
                </a:moveTo>
                <a:lnTo>
                  <a:pt x="7375803" y="0"/>
                </a:lnTo>
                <a:lnTo>
                  <a:pt x="7773716" y="906177"/>
                </a:lnTo>
                <a:cubicBezTo>
                  <a:pt x="8693743" y="3001309"/>
                  <a:pt x="9516902" y="4875293"/>
                  <a:pt x="9544683" y="4935855"/>
                </a:cubicBezTo>
                <a:cubicBezTo>
                  <a:pt x="9591038" y="5037455"/>
                  <a:pt x="9608183" y="5151755"/>
                  <a:pt x="9608183" y="5151755"/>
                </a:cubicBezTo>
                <a:cubicBezTo>
                  <a:pt x="9615168" y="5193666"/>
                  <a:pt x="9618343" y="5236210"/>
                  <a:pt x="9618343" y="5280025"/>
                </a:cubicBezTo>
                <a:lnTo>
                  <a:pt x="9618979" y="5280025"/>
                </a:lnTo>
                <a:cubicBezTo>
                  <a:pt x="9618979" y="5487035"/>
                  <a:pt x="9538968" y="5674360"/>
                  <a:pt x="9407523" y="5829935"/>
                </a:cubicBezTo>
                <a:lnTo>
                  <a:pt x="8381364" y="6857365"/>
                </a:lnTo>
                <a:lnTo>
                  <a:pt x="0" y="6857365"/>
                </a:lnTo>
                <a:close/>
              </a:path>
            </a:pathLst>
          </a:custGeom>
          <a:pattFill prst="pct40">
            <a:fgClr>
              <a:schemeClr val="tx1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 wrap="square" tIns="288000">
            <a:noAutofit/>
          </a:bodyPr>
          <a:lstStyle>
            <a:lvl1pPr algn="ctr">
              <a:defRPr b="1" i="0">
                <a:solidFill>
                  <a:schemeClr val="tx1"/>
                </a:solidFill>
                <a:latin typeface="Karbon Bo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1447E-F1EF-912E-9502-BDAFC2B8996A}"/>
              </a:ext>
            </a:extLst>
          </p:cNvPr>
          <p:cNvSpPr/>
          <p:nvPr userDrawn="1"/>
        </p:nvSpPr>
        <p:spPr>
          <a:xfrm>
            <a:off x="0" y="4865914"/>
            <a:ext cx="12192000" cy="1992086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297896-2542-1C86-7379-AED687AEA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6700" y="6356350"/>
            <a:ext cx="2771774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9F90EB0-C376-CC1A-4DAF-256FECAB19A4}"/>
              </a:ext>
            </a:extLst>
          </p:cNvPr>
          <p:cNvSpPr/>
          <p:nvPr/>
        </p:nvSpPr>
        <p:spPr>
          <a:xfrm>
            <a:off x="7376158" y="0"/>
            <a:ext cx="2262460" cy="6857999"/>
          </a:xfrm>
          <a:custGeom>
            <a:avLst/>
            <a:gdLst>
              <a:gd name="connsiteX0" fmla="*/ 2168525 w 2262460"/>
              <a:gd name="connsiteY0" fmla="*/ 4936490 h 6857999"/>
              <a:gd name="connsiteX1" fmla="*/ 2232025 w 2262460"/>
              <a:gd name="connsiteY1" fmla="*/ 5152390 h 6857999"/>
              <a:gd name="connsiteX2" fmla="*/ 2242185 w 2262460"/>
              <a:gd name="connsiteY2" fmla="*/ 5280659 h 6857999"/>
              <a:gd name="connsiteX3" fmla="*/ 2030730 w 2262460"/>
              <a:gd name="connsiteY3" fmla="*/ 5830569 h 6857999"/>
              <a:gd name="connsiteX4" fmla="*/ 1004570 w 2262460"/>
              <a:gd name="connsiteY4" fmla="*/ 6857999 h 6857999"/>
              <a:gd name="connsiteX5" fmla="*/ 1132840 w 2262460"/>
              <a:gd name="connsiteY5" fmla="*/ 6857999 h 6857999"/>
              <a:gd name="connsiteX6" fmla="*/ 2033905 w 2262460"/>
              <a:gd name="connsiteY6" fmla="*/ 5864859 h 6857999"/>
              <a:gd name="connsiteX7" fmla="*/ 2195830 w 2262460"/>
              <a:gd name="connsiteY7" fmla="*/ 5617845 h 6857999"/>
              <a:gd name="connsiteX8" fmla="*/ 2205355 w 2262460"/>
              <a:gd name="connsiteY8" fmla="*/ 4961890 h 6857999"/>
              <a:gd name="connsiteX9" fmla="*/ 235585 w 2262460"/>
              <a:gd name="connsiteY9" fmla="*/ 0 h 6857999"/>
              <a:gd name="connsiteX10" fmla="*/ 0 w 2262460"/>
              <a:gd name="connsiteY10" fmla="*/ 0 h 6857999"/>
              <a:gd name="connsiteX11" fmla="*/ 2169160 w 2262460"/>
              <a:gd name="connsiteY11" fmla="*/ 493649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2460" h="6857999">
                <a:moveTo>
                  <a:pt x="2168525" y="4936490"/>
                </a:moveTo>
                <a:cubicBezTo>
                  <a:pt x="2214880" y="5038090"/>
                  <a:pt x="2232025" y="5152390"/>
                  <a:pt x="2232025" y="5152390"/>
                </a:cubicBezTo>
                <a:cubicBezTo>
                  <a:pt x="2238375" y="5194299"/>
                  <a:pt x="2242185" y="5236845"/>
                  <a:pt x="2242185" y="5280659"/>
                </a:cubicBezTo>
                <a:cubicBezTo>
                  <a:pt x="2242185" y="5487670"/>
                  <a:pt x="2162810" y="5675629"/>
                  <a:pt x="2030730" y="5830569"/>
                </a:cubicBezTo>
                <a:lnTo>
                  <a:pt x="1004570" y="6857999"/>
                </a:lnTo>
                <a:lnTo>
                  <a:pt x="1132840" y="6857999"/>
                </a:lnTo>
                <a:cubicBezTo>
                  <a:pt x="1630045" y="6309994"/>
                  <a:pt x="2001520" y="5899784"/>
                  <a:pt x="2033905" y="5864859"/>
                </a:cubicBezTo>
                <a:cubicBezTo>
                  <a:pt x="2137410" y="5751194"/>
                  <a:pt x="2195830" y="5617845"/>
                  <a:pt x="2195830" y="5617845"/>
                </a:cubicBezTo>
                <a:cubicBezTo>
                  <a:pt x="2339975" y="5292724"/>
                  <a:pt x="2205355" y="4961890"/>
                  <a:pt x="2205355" y="4961890"/>
                </a:cubicBezTo>
                <a:lnTo>
                  <a:pt x="235585" y="0"/>
                </a:lnTo>
                <a:lnTo>
                  <a:pt x="0" y="0"/>
                </a:lnTo>
                <a:cubicBezTo>
                  <a:pt x="1066800" y="2429510"/>
                  <a:pt x="2137410" y="4867275"/>
                  <a:pt x="2169160" y="493649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5740E3F-F2B6-368E-28F2-803445A5C0AD}"/>
              </a:ext>
            </a:extLst>
          </p:cNvPr>
          <p:cNvSpPr/>
          <p:nvPr/>
        </p:nvSpPr>
        <p:spPr>
          <a:xfrm>
            <a:off x="7611743" y="0"/>
            <a:ext cx="2046605" cy="6857999"/>
          </a:xfrm>
          <a:custGeom>
            <a:avLst/>
            <a:gdLst>
              <a:gd name="connsiteX0" fmla="*/ 1969770 w 2046605"/>
              <a:gd name="connsiteY0" fmla="*/ 4961890 h 6857999"/>
              <a:gd name="connsiteX1" fmla="*/ 1960245 w 2046605"/>
              <a:gd name="connsiteY1" fmla="*/ 5617845 h 6857999"/>
              <a:gd name="connsiteX2" fmla="*/ 1798320 w 2046605"/>
              <a:gd name="connsiteY2" fmla="*/ 5864859 h 6857999"/>
              <a:gd name="connsiteX3" fmla="*/ 897255 w 2046605"/>
              <a:gd name="connsiteY3" fmla="*/ 6857999 h 6857999"/>
              <a:gd name="connsiteX4" fmla="*/ 1015365 w 2046605"/>
              <a:gd name="connsiteY4" fmla="*/ 6857999 h 6857999"/>
              <a:gd name="connsiteX5" fmla="*/ 1859915 w 2046605"/>
              <a:gd name="connsiteY5" fmla="*/ 5830569 h 6857999"/>
              <a:gd name="connsiteX6" fmla="*/ 1983740 w 2046605"/>
              <a:gd name="connsiteY6" fmla="*/ 5619115 h 6857999"/>
              <a:gd name="connsiteX7" fmla="*/ 2046605 w 2046605"/>
              <a:gd name="connsiteY7" fmla="*/ 5280659 h 6857999"/>
              <a:gd name="connsiteX8" fmla="*/ 2029461 w 2046605"/>
              <a:gd name="connsiteY8" fmla="*/ 5100320 h 6857999"/>
              <a:gd name="connsiteX9" fmla="*/ 2002790 w 2046605"/>
              <a:gd name="connsiteY9" fmla="*/ 5003800 h 6857999"/>
              <a:gd name="connsiteX10" fmla="*/ 1985011 w 2046605"/>
              <a:gd name="connsiteY10" fmla="*/ 4946650 h 6857999"/>
              <a:gd name="connsiteX11" fmla="*/ 234315 w 2046605"/>
              <a:gd name="connsiteY11" fmla="*/ 0 h 6857999"/>
              <a:gd name="connsiteX12" fmla="*/ 0 w 2046605"/>
              <a:gd name="connsiteY12" fmla="*/ 0 h 6857999"/>
              <a:gd name="connsiteX13" fmla="*/ 1969770 w 2046605"/>
              <a:gd name="connsiteY13" fmla="*/ 496189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46605" h="6857999">
                <a:moveTo>
                  <a:pt x="1969770" y="4961890"/>
                </a:moveTo>
                <a:cubicBezTo>
                  <a:pt x="1969770" y="4961890"/>
                  <a:pt x="2105025" y="5292090"/>
                  <a:pt x="1960245" y="5617845"/>
                </a:cubicBezTo>
                <a:cubicBezTo>
                  <a:pt x="1960245" y="5617845"/>
                  <a:pt x="1901825" y="5751194"/>
                  <a:pt x="1798320" y="5864859"/>
                </a:cubicBezTo>
                <a:cubicBezTo>
                  <a:pt x="1765936" y="5900419"/>
                  <a:pt x="1394461" y="6309994"/>
                  <a:pt x="897255" y="6857999"/>
                </a:cubicBezTo>
                <a:lnTo>
                  <a:pt x="1015365" y="6857999"/>
                </a:lnTo>
                <a:lnTo>
                  <a:pt x="1859915" y="5830569"/>
                </a:lnTo>
                <a:cubicBezTo>
                  <a:pt x="1935480" y="5739765"/>
                  <a:pt x="1983740" y="5619115"/>
                  <a:pt x="1983740" y="5619115"/>
                </a:cubicBezTo>
                <a:cubicBezTo>
                  <a:pt x="2024380" y="5513704"/>
                  <a:pt x="2046605" y="5400040"/>
                  <a:pt x="2046605" y="5280659"/>
                </a:cubicBezTo>
                <a:cubicBezTo>
                  <a:pt x="2046605" y="5161279"/>
                  <a:pt x="2040890" y="5158740"/>
                  <a:pt x="2029461" y="5100320"/>
                </a:cubicBezTo>
                <a:cubicBezTo>
                  <a:pt x="2029461" y="5100320"/>
                  <a:pt x="2011045" y="5027929"/>
                  <a:pt x="2002790" y="5003800"/>
                </a:cubicBezTo>
                <a:lnTo>
                  <a:pt x="1985011" y="4946650"/>
                </a:lnTo>
                <a:lnTo>
                  <a:pt x="234315" y="0"/>
                </a:lnTo>
                <a:lnTo>
                  <a:pt x="0" y="0"/>
                </a:lnTo>
                <a:lnTo>
                  <a:pt x="1969770" y="496189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0786AB2-DBCA-B911-420F-BB78500EE897}"/>
              </a:ext>
            </a:extLst>
          </p:cNvPr>
          <p:cNvSpPr/>
          <p:nvPr/>
        </p:nvSpPr>
        <p:spPr>
          <a:xfrm>
            <a:off x="7845423" y="0"/>
            <a:ext cx="4345939" cy="6857999"/>
          </a:xfrm>
          <a:custGeom>
            <a:avLst/>
            <a:gdLst>
              <a:gd name="connsiteX0" fmla="*/ 1692275 w 4345939"/>
              <a:gd name="connsiteY0" fmla="*/ 4778375 h 6857999"/>
              <a:gd name="connsiteX1" fmla="*/ 1747520 w 4345939"/>
              <a:gd name="connsiteY1" fmla="*/ 4933950 h 6857999"/>
              <a:gd name="connsiteX2" fmla="*/ 1748790 w 4345939"/>
              <a:gd name="connsiteY2" fmla="*/ 4939029 h 6857999"/>
              <a:gd name="connsiteX3" fmla="*/ 1751330 w 4345939"/>
              <a:gd name="connsiteY3" fmla="*/ 4946650 h 6857999"/>
              <a:gd name="connsiteX4" fmla="*/ 1769110 w 4345939"/>
              <a:gd name="connsiteY4" fmla="*/ 5003800 h 6857999"/>
              <a:gd name="connsiteX5" fmla="*/ 1795780 w 4345939"/>
              <a:gd name="connsiteY5" fmla="*/ 5100320 h 6857999"/>
              <a:gd name="connsiteX6" fmla="*/ 1812925 w 4345939"/>
              <a:gd name="connsiteY6" fmla="*/ 5280659 h 6857999"/>
              <a:gd name="connsiteX7" fmla="*/ 1750060 w 4345939"/>
              <a:gd name="connsiteY7" fmla="*/ 5619115 h 6857999"/>
              <a:gd name="connsiteX8" fmla="*/ 1626235 w 4345939"/>
              <a:gd name="connsiteY8" fmla="*/ 5830569 h 6857999"/>
              <a:gd name="connsiteX9" fmla="*/ 781685 w 4345939"/>
              <a:gd name="connsiteY9" fmla="*/ 6857999 h 6857999"/>
              <a:gd name="connsiteX10" fmla="*/ 4345940 w 4345939"/>
              <a:gd name="connsiteY10" fmla="*/ 6857999 h 6857999"/>
              <a:gd name="connsiteX11" fmla="*/ 4345940 w 4345939"/>
              <a:gd name="connsiteY11" fmla="*/ 0 h 6857999"/>
              <a:gd name="connsiteX12" fmla="*/ 0 w 4345939"/>
              <a:gd name="connsiteY12" fmla="*/ 0 h 6857999"/>
              <a:gd name="connsiteX13" fmla="*/ 1691640 w 4345939"/>
              <a:gd name="connsiteY13" fmla="*/ 477837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5939" h="6857999">
                <a:moveTo>
                  <a:pt x="1692275" y="4778375"/>
                </a:moveTo>
                <a:cubicBezTo>
                  <a:pt x="1710055" y="4822190"/>
                  <a:pt x="1729105" y="4874895"/>
                  <a:pt x="1747520" y="4933950"/>
                </a:cubicBezTo>
                <a:cubicBezTo>
                  <a:pt x="1747520" y="4935220"/>
                  <a:pt x="1748790" y="4937125"/>
                  <a:pt x="1748790" y="4939029"/>
                </a:cubicBezTo>
                <a:lnTo>
                  <a:pt x="1751330" y="4946650"/>
                </a:lnTo>
                <a:lnTo>
                  <a:pt x="1769110" y="5003800"/>
                </a:lnTo>
                <a:cubicBezTo>
                  <a:pt x="1777365" y="5027929"/>
                  <a:pt x="1795780" y="5100320"/>
                  <a:pt x="1795780" y="5100320"/>
                </a:cubicBezTo>
                <a:cubicBezTo>
                  <a:pt x="1807210" y="5158740"/>
                  <a:pt x="1812925" y="5219065"/>
                  <a:pt x="1812925" y="5280659"/>
                </a:cubicBezTo>
                <a:cubicBezTo>
                  <a:pt x="1812925" y="5400040"/>
                  <a:pt x="1790700" y="5514340"/>
                  <a:pt x="1750060" y="5619115"/>
                </a:cubicBezTo>
                <a:cubicBezTo>
                  <a:pt x="1750060" y="5619115"/>
                  <a:pt x="1701800" y="5739765"/>
                  <a:pt x="1626235" y="5830569"/>
                </a:cubicBezTo>
                <a:lnTo>
                  <a:pt x="781685" y="6857999"/>
                </a:lnTo>
                <a:lnTo>
                  <a:pt x="4345940" y="6857999"/>
                </a:lnTo>
                <a:lnTo>
                  <a:pt x="4345940" y="0"/>
                </a:lnTo>
                <a:lnTo>
                  <a:pt x="0" y="0"/>
                </a:lnTo>
                <a:lnTo>
                  <a:pt x="1691640" y="4778375"/>
                </a:lnTo>
                <a:close/>
              </a:path>
            </a:pathLst>
          </a:custGeom>
          <a:solidFill>
            <a:srgbClr val="EB0A1E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D430B13-51D9-7952-1AB2-0487D1D453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5" y="1125538"/>
            <a:ext cx="5724525" cy="2134898"/>
          </a:xfrm>
        </p:spPr>
        <p:txBody>
          <a:bodyPr/>
          <a:lstStyle>
            <a:lvl1pPr>
              <a:spcAft>
                <a:spcPts val="400"/>
              </a:spcAft>
              <a:defRPr sz="4400" b="0">
                <a:solidFill>
                  <a:schemeClr val="accent4"/>
                </a:solidFill>
              </a:defRPr>
            </a:lvl1pPr>
            <a:lvl2pPr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160E43B1-246A-F134-BF09-D7B7071B6D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0820D8-27E6-6D46-AF6C-60C1794607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13486" y="350647"/>
            <a:ext cx="1889564" cy="136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5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ith subtitle, image and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26AC22B-1CE0-E530-7790-8752BA7F6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618979" cy="6857365"/>
          </a:xfrm>
          <a:custGeom>
            <a:avLst/>
            <a:gdLst>
              <a:gd name="connsiteX0" fmla="*/ 0 w 9618979"/>
              <a:gd name="connsiteY0" fmla="*/ 0 h 6857365"/>
              <a:gd name="connsiteX1" fmla="*/ 7375803 w 9618979"/>
              <a:gd name="connsiteY1" fmla="*/ 0 h 6857365"/>
              <a:gd name="connsiteX2" fmla="*/ 7773716 w 9618979"/>
              <a:gd name="connsiteY2" fmla="*/ 906177 h 6857365"/>
              <a:gd name="connsiteX3" fmla="*/ 9544683 w 9618979"/>
              <a:gd name="connsiteY3" fmla="*/ 4935855 h 6857365"/>
              <a:gd name="connsiteX4" fmla="*/ 9608183 w 9618979"/>
              <a:gd name="connsiteY4" fmla="*/ 5151755 h 6857365"/>
              <a:gd name="connsiteX5" fmla="*/ 9618343 w 9618979"/>
              <a:gd name="connsiteY5" fmla="*/ 5280025 h 6857365"/>
              <a:gd name="connsiteX6" fmla="*/ 9618979 w 9618979"/>
              <a:gd name="connsiteY6" fmla="*/ 5280025 h 6857365"/>
              <a:gd name="connsiteX7" fmla="*/ 9407523 w 9618979"/>
              <a:gd name="connsiteY7" fmla="*/ 5829935 h 6857365"/>
              <a:gd name="connsiteX8" fmla="*/ 8381364 w 9618979"/>
              <a:gd name="connsiteY8" fmla="*/ 6857365 h 6857365"/>
              <a:gd name="connsiteX9" fmla="*/ 0 w 9618979"/>
              <a:gd name="connsiteY9" fmla="*/ 6857365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18979" h="6857365">
                <a:moveTo>
                  <a:pt x="0" y="0"/>
                </a:moveTo>
                <a:lnTo>
                  <a:pt x="7375803" y="0"/>
                </a:lnTo>
                <a:lnTo>
                  <a:pt x="7773716" y="906177"/>
                </a:lnTo>
                <a:cubicBezTo>
                  <a:pt x="8693743" y="3001309"/>
                  <a:pt x="9516902" y="4875293"/>
                  <a:pt x="9544683" y="4935855"/>
                </a:cubicBezTo>
                <a:cubicBezTo>
                  <a:pt x="9591038" y="5037455"/>
                  <a:pt x="9608183" y="5151755"/>
                  <a:pt x="9608183" y="5151755"/>
                </a:cubicBezTo>
                <a:cubicBezTo>
                  <a:pt x="9615168" y="5193666"/>
                  <a:pt x="9618343" y="5236210"/>
                  <a:pt x="9618343" y="5280025"/>
                </a:cubicBezTo>
                <a:lnTo>
                  <a:pt x="9618979" y="5280025"/>
                </a:lnTo>
                <a:cubicBezTo>
                  <a:pt x="9618979" y="5487035"/>
                  <a:pt x="9538968" y="5674360"/>
                  <a:pt x="9407523" y="5829935"/>
                </a:cubicBezTo>
                <a:lnTo>
                  <a:pt x="8381364" y="6857365"/>
                </a:lnTo>
                <a:lnTo>
                  <a:pt x="0" y="6857365"/>
                </a:lnTo>
                <a:close/>
              </a:path>
            </a:pathLst>
          </a:custGeom>
          <a:pattFill prst="pct40">
            <a:fgClr>
              <a:schemeClr val="tx1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 wrap="square" tIns="288000">
            <a:noAutofit/>
          </a:bodyPr>
          <a:lstStyle>
            <a:lvl1pPr algn="ctr">
              <a:defRPr b="1" i="0">
                <a:solidFill>
                  <a:schemeClr val="tx1"/>
                </a:solidFill>
                <a:latin typeface="Karbon Bo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1447E-F1EF-912E-9502-BDAFC2B8996A}"/>
              </a:ext>
            </a:extLst>
          </p:cNvPr>
          <p:cNvSpPr/>
          <p:nvPr userDrawn="1"/>
        </p:nvSpPr>
        <p:spPr>
          <a:xfrm>
            <a:off x="0" y="4865914"/>
            <a:ext cx="12192000" cy="1992086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297896-2542-1C86-7379-AED687AEA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6700" y="6356350"/>
            <a:ext cx="2771774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9F90EB0-C376-CC1A-4DAF-256FECAB19A4}"/>
              </a:ext>
            </a:extLst>
          </p:cNvPr>
          <p:cNvSpPr/>
          <p:nvPr/>
        </p:nvSpPr>
        <p:spPr>
          <a:xfrm>
            <a:off x="7376158" y="0"/>
            <a:ext cx="2262460" cy="6857999"/>
          </a:xfrm>
          <a:custGeom>
            <a:avLst/>
            <a:gdLst>
              <a:gd name="connsiteX0" fmla="*/ 2168525 w 2262460"/>
              <a:gd name="connsiteY0" fmla="*/ 4936490 h 6857999"/>
              <a:gd name="connsiteX1" fmla="*/ 2232025 w 2262460"/>
              <a:gd name="connsiteY1" fmla="*/ 5152390 h 6857999"/>
              <a:gd name="connsiteX2" fmla="*/ 2242185 w 2262460"/>
              <a:gd name="connsiteY2" fmla="*/ 5280659 h 6857999"/>
              <a:gd name="connsiteX3" fmla="*/ 2030730 w 2262460"/>
              <a:gd name="connsiteY3" fmla="*/ 5830569 h 6857999"/>
              <a:gd name="connsiteX4" fmla="*/ 1004570 w 2262460"/>
              <a:gd name="connsiteY4" fmla="*/ 6857999 h 6857999"/>
              <a:gd name="connsiteX5" fmla="*/ 1132840 w 2262460"/>
              <a:gd name="connsiteY5" fmla="*/ 6857999 h 6857999"/>
              <a:gd name="connsiteX6" fmla="*/ 2033905 w 2262460"/>
              <a:gd name="connsiteY6" fmla="*/ 5864859 h 6857999"/>
              <a:gd name="connsiteX7" fmla="*/ 2195830 w 2262460"/>
              <a:gd name="connsiteY7" fmla="*/ 5617845 h 6857999"/>
              <a:gd name="connsiteX8" fmla="*/ 2205355 w 2262460"/>
              <a:gd name="connsiteY8" fmla="*/ 4961890 h 6857999"/>
              <a:gd name="connsiteX9" fmla="*/ 235585 w 2262460"/>
              <a:gd name="connsiteY9" fmla="*/ 0 h 6857999"/>
              <a:gd name="connsiteX10" fmla="*/ 0 w 2262460"/>
              <a:gd name="connsiteY10" fmla="*/ 0 h 6857999"/>
              <a:gd name="connsiteX11" fmla="*/ 2169160 w 2262460"/>
              <a:gd name="connsiteY11" fmla="*/ 493649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2460" h="6857999">
                <a:moveTo>
                  <a:pt x="2168525" y="4936490"/>
                </a:moveTo>
                <a:cubicBezTo>
                  <a:pt x="2214880" y="5038090"/>
                  <a:pt x="2232025" y="5152390"/>
                  <a:pt x="2232025" y="5152390"/>
                </a:cubicBezTo>
                <a:cubicBezTo>
                  <a:pt x="2238375" y="5194299"/>
                  <a:pt x="2242185" y="5236845"/>
                  <a:pt x="2242185" y="5280659"/>
                </a:cubicBezTo>
                <a:cubicBezTo>
                  <a:pt x="2242185" y="5487670"/>
                  <a:pt x="2162810" y="5675629"/>
                  <a:pt x="2030730" y="5830569"/>
                </a:cubicBezTo>
                <a:lnTo>
                  <a:pt x="1004570" y="6857999"/>
                </a:lnTo>
                <a:lnTo>
                  <a:pt x="1132840" y="6857999"/>
                </a:lnTo>
                <a:cubicBezTo>
                  <a:pt x="1630045" y="6309994"/>
                  <a:pt x="2001520" y="5899784"/>
                  <a:pt x="2033905" y="5864859"/>
                </a:cubicBezTo>
                <a:cubicBezTo>
                  <a:pt x="2137410" y="5751194"/>
                  <a:pt x="2195830" y="5617845"/>
                  <a:pt x="2195830" y="5617845"/>
                </a:cubicBezTo>
                <a:cubicBezTo>
                  <a:pt x="2339975" y="5292724"/>
                  <a:pt x="2205355" y="4961890"/>
                  <a:pt x="2205355" y="4961890"/>
                </a:cubicBezTo>
                <a:lnTo>
                  <a:pt x="235585" y="0"/>
                </a:lnTo>
                <a:lnTo>
                  <a:pt x="0" y="0"/>
                </a:lnTo>
                <a:cubicBezTo>
                  <a:pt x="1066800" y="2429510"/>
                  <a:pt x="2137410" y="4867275"/>
                  <a:pt x="2169160" y="49364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5740E3F-F2B6-368E-28F2-803445A5C0AD}"/>
              </a:ext>
            </a:extLst>
          </p:cNvPr>
          <p:cNvSpPr/>
          <p:nvPr/>
        </p:nvSpPr>
        <p:spPr>
          <a:xfrm>
            <a:off x="7611743" y="0"/>
            <a:ext cx="2046605" cy="6857999"/>
          </a:xfrm>
          <a:custGeom>
            <a:avLst/>
            <a:gdLst>
              <a:gd name="connsiteX0" fmla="*/ 1969770 w 2046605"/>
              <a:gd name="connsiteY0" fmla="*/ 4961890 h 6857999"/>
              <a:gd name="connsiteX1" fmla="*/ 1960245 w 2046605"/>
              <a:gd name="connsiteY1" fmla="*/ 5617845 h 6857999"/>
              <a:gd name="connsiteX2" fmla="*/ 1798320 w 2046605"/>
              <a:gd name="connsiteY2" fmla="*/ 5864859 h 6857999"/>
              <a:gd name="connsiteX3" fmla="*/ 897255 w 2046605"/>
              <a:gd name="connsiteY3" fmla="*/ 6857999 h 6857999"/>
              <a:gd name="connsiteX4" fmla="*/ 1015365 w 2046605"/>
              <a:gd name="connsiteY4" fmla="*/ 6857999 h 6857999"/>
              <a:gd name="connsiteX5" fmla="*/ 1859915 w 2046605"/>
              <a:gd name="connsiteY5" fmla="*/ 5830569 h 6857999"/>
              <a:gd name="connsiteX6" fmla="*/ 1983740 w 2046605"/>
              <a:gd name="connsiteY6" fmla="*/ 5619115 h 6857999"/>
              <a:gd name="connsiteX7" fmla="*/ 2046605 w 2046605"/>
              <a:gd name="connsiteY7" fmla="*/ 5280659 h 6857999"/>
              <a:gd name="connsiteX8" fmla="*/ 2029461 w 2046605"/>
              <a:gd name="connsiteY8" fmla="*/ 5100320 h 6857999"/>
              <a:gd name="connsiteX9" fmla="*/ 2002790 w 2046605"/>
              <a:gd name="connsiteY9" fmla="*/ 5003800 h 6857999"/>
              <a:gd name="connsiteX10" fmla="*/ 1985011 w 2046605"/>
              <a:gd name="connsiteY10" fmla="*/ 4946650 h 6857999"/>
              <a:gd name="connsiteX11" fmla="*/ 234315 w 2046605"/>
              <a:gd name="connsiteY11" fmla="*/ 0 h 6857999"/>
              <a:gd name="connsiteX12" fmla="*/ 0 w 2046605"/>
              <a:gd name="connsiteY12" fmla="*/ 0 h 6857999"/>
              <a:gd name="connsiteX13" fmla="*/ 1969770 w 2046605"/>
              <a:gd name="connsiteY13" fmla="*/ 496189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46605" h="6857999">
                <a:moveTo>
                  <a:pt x="1969770" y="4961890"/>
                </a:moveTo>
                <a:cubicBezTo>
                  <a:pt x="1969770" y="4961890"/>
                  <a:pt x="2105025" y="5292090"/>
                  <a:pt x="1960245" y="5617845"/>
                </a:cubicBezTo>
                <a:cubicBezTo>
                  <a:pt x="1960245" y="5617845"/>
                  <a:pt x="1901825" y="5751194"/>
                  <a:pt x="1798320" y="5864859"/>
                </a:cubicBezTo>
                <a:cubicBezTo>
                  <a:pt x="1765936" y="5900419"/>
                  <a:pt x="1394461" y="6309994"/>
                  <a:pt x="897255" y="6857999"/>
                </a:cubicBezTo>
                <a:lnTo>
                  <a:pt x="1015365" y="6857999"/>
                </a:lnTo>
                <a:lnTo>
                  <a:pt x="1859915" y="5830569"/>
                </a:lnTo>
                <a:cubicBezTo>
                  <a:pt x="1935480" y="5739765"/>
                  <a:pt x="1983740" y="5619115"/>
                  <a:pt x="1983740" y="5619115"/>
                </a:cubicBezTo>
                <a:cubicBezTo>
                  <a:pt x="2024380" y="5513704"/>
                  <a:pt x="2046605" y="5400040"/>
                  <a:pt x="2046605" y="5280659"/>
                </a:cubicBezTo>
                <a:cubicBezTo>
                  <a:pt x="2046605" y="5161279"/>
                  <a:pt x="2040890" y="5158740"/>
                  <a:pt x="2029461" y="5100320"/>
                </a:cubicBezTo>
                <a:cubicBezTo>
                  <a:pt x="2029461" y="5100320"/>
                  <a:pt x="2011045" y="5027929"/>
                  <a:pt x="2002790" y="5003800"/>
                </a:cubicBezTo>
                <a:lnTo>
                  <a:pt x="1985011" y="4946650"/>
                </a:lnTo>
                <a:lnTo>
                  <a:pt x="234315" y="0"/>
                </a:lnTo>
                <a:lnTo>
                  <a:pt x="0" y="0"/>
                </a:lnTo>
                <a:lnTo>
                  <a:pt x="1969770" y="496189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0786AB2-DBCA-B911-420F-BB78500EE897}"/>
              </a:ext>
            </a:extLst>
          </p:cNvPr>
          <p:cNvSpPr/>
          <p:nvPr/>
        </p:nvSpPr>
        <p:spPr>
          <a:xfrm>
            <a:off x="7845423" y="0"/>
            <a:ext cx="4345939" cy="6857999"/>
          </a:xfrm>
          <a:custGeom>
            <a:avLst/>
            <a:gdLst>
              <a:gd name="connsiteX0" fmla="*/ 1692275 w 4345939"/>
              <a:gd name="connsiteY0" fmla="*/ 4778375 h 6857999"/>
              <a:gd name="connsiteX1" fmla="*/ 1747520 w 4345939"/>
              <a:gd name="connsiteY1" fmla="*/ 4933950 h 6857999"/>
              <a:gd name="connsiteX2" fmla="*/ 1748790 w 4345939"/>
              <a:gd name="connsiteY2" fmla="*/ 4939029 h 6857999"/>
              <a:gd name="connsiteX3" fmla="*/ 1751330 w 4345939"/>
              <a:gd name="connsiteY3" fmla="*/ 4946650 h 6857999"/>
              <a:gd name="connsiteX4" fmla="*/ 1769110 w 4345939"/>
              <a:gd name="connsiteY4" fmla="*/ 5003800 h 6857999"/>
              <a:gd name="connsiteX5" fmla="*/ 1795780 w 4345939"/>
              <a:gd name="connsiteY5" fmla="*/ 5100320 h 6857999"/>
              <a:gd name="connsiteX6" fmla="*/ 1812925 w 4345939"/>
              <a:gd name="connsiteY6" fmla="*/ 5280659 h 6857999"/>
              <a:gd name="connsiteX7" fmla="*/ 1750060 w 4345939"/>
              <a:gd name="connsiteY7" fmla="*/ 5619115 h 6857999"/>
              <a:gd name="connsiteX8" fmla="*/ 1626235 w 4345939"/>
              <a:gd name="connsiteY8" fmla="*/ 5830569 h 6857999"/>
              <a:gd name="connsiteX9" fmla="*/ 781685 w 4345939"/>
              <a:gd name="connsiteY9" fmla="*/ 6857999 h 6857999"/>
              <a:gd name="connsiteX10" fmla="*/ 4345940 w 4345939"/>
              <a:gd name="connsiteY10" fmla="*/ 6857999 h 6857999"/>
              <a:gd name="connsiteX11" fmla="*/ 4345940 w 4345939"/>
              <a:gd name="connsiteY11" fmla="*/ 0 h 6857999"/>
              <a:gd name="connsiteX12" fmla="*/ 0 w 4345939"/>
              <a:gd name="connsiteY12" fmla="*/ 0 h 6857999"/>
              <a:gd name="connsiteX13" fmla="*/ 1691640 w 4345939"/>
              <a:gd name="connsiteY13" fmla="*/ 477837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5939" h="6857999">
                <a:moveTo>
                  <a:pt x="1692275" y="4778375"/>
                </a:moveTo>
                <a:cubicBezTo>
                  <a:pt x="1710055" y="4822190"/>
                  <a:pt x="1729105" y="4874895"/>
                  <a:pt x="1747520" y="4933950"/>
                </a:cubicBezTo>
                <a:cubicBezTo>
                  <a:pt x="1747520" y="4935220"/>
                  <a:pt x="1748790" y="4937125"/>
                  <a:pt x="1748790" y="4939029"/>
                </a:cubicBezTo>
                <a:lnTo>
                  <a:pt x="1751330" y="4946650"/>
                </a:lnTo>
                <a:lnTo>
                  <a:pt x="1769110" y="5003800"/>
                </a:lnTo>
                <a:cubicBezTo>
                  <a:pt x="1777365" y="5027929"/>
                  <a:pt x="1795780" y="5100320"/>
                  <a:pt x="1795780" y="5100320"/>
                </a:cubicBezTo>
                <a:cubicBezTo>
                  <a:pt x="1807210" y="5158740"/>
                  <a:pt x="1812925" y="5219065"/>
                  <a:pt x="1812925" y="5280659"/>
                </a:cubicBezTo>
                <a:cubicBezTo>
                  <a:pt x="1812925" y="5400040"/>
                  <a:pt x="1790700" y="5514340"/>
                  <a:pt x="1750060" y="5619115"/>
                </a:cubicBezTo>
                <a:cubicBezTo>
                  <a:pt x="1750060" y="5619115"/>
                  <a:pt x="1701800" y="5739765"/>
                  <a:pt x="1626235" y="5830569"/>
                </a:cubicBezTo>
                <a:lnTo>
                  <a:pt x="781685" y="6857999"/>
                </a:lnTo>
                <a:lnTo>
                  <a:pt x="4345940" y="6857999"/>
                </a:lnTo>
                <a:lnTo>
                  <a:pt x="4345940" y="0"/>
                </a:lnTo>
                <a:lnTo>
                  <a:pt x="0" y="0"/>
                </a:lnTo>
                <a:lnTo>
                  <a:pt x="1691640" y="4778375"/>
                </a:lnTo>
                <a:close/>
              </a:path>
            </a:pathLst>
          </a:custGeom>
          <a:solidFill>
            <a:srgbClr val="000000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D430B13-51D9-7952-1AB2-0487D1D453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5" y="1125538"/>
            <a:ext cx="5724525" cy="2125662"/>
          </a:xfrm>
        </p:spPr>
        <p:txBody>
          <a:bodyPr/>
          <a:lstStyle>
            <a:lvl1pPr>
              <a:spcAft>
                <a:spcPts val="400"/>
              </a:spcAft>
              <a:defRPr sz="4400" b="0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160E43B1-246A-F134-BF09-D7B7071B6D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E1446D-26E4-8024-07BC-0C635C1749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253220" y="512763"/>
            <a:ext cx="2669622" cy="47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4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3">
            <a:extLst>
              <a:ext uri="{FF2B5EF4-FFF2-40B4-BE49-F238E27FC236}">
                <a16:creationId xmlns:a16="http://schemas.microsoft.com/office/drawing/2014/main" id="{744CC43F-1B42-07AE-A507-BFE865948B58}"/>
              </a:ext>
            </a:extLst>
          </p:cNvPr>
          <p:cNvGrpSpPr/>
          <p:nvPr userDrawn="1"/>
        </p:nvGrpSpPr>
        <p:grpSpPr>
          <a:xfrm>
            <a:off x="0" y="-1"/>
            <a:ext cx="12192000" cy="4701793"/>
            <a:chOff x="0" y="-1"/>
            <a:chExt cx="12192000" cy="4701793"/>
          </a:xfrm>
        </p:grpSpPr>
        <p:grpSp>
          <p:nvGrpSpPr>
            <p:cNvPr id="8" name="Graphic 3">
              <a:extLst>
                <a:ext uri="{FF2B5EF4-FFF2-40B4-BE49-F238E27FC236}">
                  <a16:creationId xmlns:a16="http://schemas.microsoft.com/office/drawing/2014/main" id="{CCBB75CA-C122-40D7-8825-DF513B598225}"/>
                </a:ext>
              </a:extLst>
            </p:cNvPr>
            <p:cNvGrpSpPr/>
            <p:nvPr/>
          </p:nvGrpSpPr>
          <p:grpSpPr>
            <a:xfrm>
              <a:off x="0" y="-1"/>
              <a:ext cx="12192000" cy="4654549"/>
              <a:chOff x="0" y="-1"/>
              <a:chExt cx="12192000" cy="4654549"/>
            </a:xfrm>
            <a:solidFill>
              <a:srgbClr val="28424D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DE9825E0-428A-382B-A901-1E5BD45218F1}"/>
                  </a:ext>
                </a:extLst>
              </p:cNvPr>
              <p:cNvSpPr/>
              <p:nvPr/>
            </p:nvSpPr>
            <p:spPr>
              <a:xfrm>
                <a:off x="658558" y="2939540"/>
                <a:ext cx="1870202" cy="1640776"/>
              </a:xfrm>
              <a:custGeom>
                <a:avLst/>
                <a:gdLst>
                  <a:gd name="connsiteX0" fmla="*/ 1623060 w 1870202"/>
                  <a:gd name="connsiteY0" fmla="*/ 1471929 h 1640776"/>
                  <a:gd name="connsiteX1" fmla="*/ 0 w 1870202"/>
                  <a:gd name="connsiteY1" fmla="*/ 0 h 1640776"/>
                  <a:gd name="connsiteX2" fmla="*/ 1671193 w 1870202"/>
                  <a:gd name="connsiteY2" fmla="*/ 1526603 h 1640776"/>
                  <a:gd name="connsiteX3" fmla="*/ 1870202 w 1870202"/>
                  <a:gd name="connsiteY3" fmla="*/ 1640776 h 1640776"/>
                  <a:gd name="connsiteX4" fmla="*/ 1623060 w 1870202"/>
                  <a:gd name="connsiteY4" fmla="*/ 1471993 h 1640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0202" h="1640776">
                    <a:moveTo>
                      <a:pt x="1623060" y="1471929"/>
                    </a:moveTo>
                    <a:cubicBezTo>
                      <a:pt x="1572387" y="1425892"/>
                      <a:pt x="860743" y="780542"/>
                      <a:pt x="0" y="0"/>
                    </a:cubicBezTo>
                    <a:lnTo>
                      <a:pt x="1671193" y="1526603"/>
                    </a:lnTo>
                    <a:cubicBezTo>
                      <a:pt x="1671193" y="1526603"/>
                      <a:pt x="1742567" y="1586229"/>
                      <a:pt x="1870202" y="1640776"/>
                    </a:cubicBezTo>
                    <a:cubicBezTo>
                      <a:pt x="1814957" y="1612265"/>
                      <a:pt x="1713674" y="1554289"/>
                      <a:pt x="1623060" y="1471993"/>
                    </a:cubicBezTo>
                    <a:close/>
                  </a:path>
                </a:pathLst>
              </a:custGeom>
              <a:solidFill>
                <a:srgbClr val="28424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7B254D4-22B2-5027-703A-47B5453BA23F}"/>
                  </a:ext>
                </a:extLst>
              </p:cNvPr>
              <p:cNvSpPr/>
              <p:nvPr/>
            </p:nvSpPr>
            <p:spPr>
              <a:xfrm>
                <a:off x="0" y="-1"/>
                <a:ext cx="12192000" cy="4654549"/>
              </a:xfrm>
              <a:custGeom>
                <a:avLst/>
                <a:gdLst>
                  <a:gd name="connsiteX0" fmla="*/ 0 w 12192000"/>
                  <a:gd name="connsiteY0" fmla="*/ 0 h 4654549"/>
                  <a:gd name="connsiteX1" fmla="*/ 0 w 12192000"/>
                  <a:gd name="connsiteY1" fmla="*/ 2089531 h 4654549"/>
                  <a:gd name="connsiteX2" fmla="*/ 2321814 w 12192000"/>
                  <a:gd name="connsiteY2" fmla="*/ 4407979 h 4654549"/>
                  <a:gd name="connsiteX3" fmla="*/ 2964053 w 12192000"/>
                  <a:gd name="connsiteY3" fmla="*/ 4654549 h 4654549"/>
                  <a:gd name="connsiteX4" fmla="*/ 3114040 w 12192000"/>
                  <a:gd name="connsiteY4" fmla="*/ 4642802 h 4654549"/>
                  <a:gd name="connsiteX5" fmla="*/ 3365881 w 12192000"/>
                  <a:gd name="connsiteY5" fmla="*/ 4568634 h 4654549"/>
                  <a:gd name="connsiteX6" fmla="*/ 12192000 w 12192000"/>
                  <a:gd name="connsiteY6" fmla="*/ 691769 h 4654549"/>
                  <a:gd name="connsiteX7" fmla="*/ 12192000 w 12192000"/>
                  <a:gd name="connsiteY7" fmla="*/ 0 h 4654549"/>
                  <a:gd name="connsiteX8" fmla="*/ 0 w 12192000"/>
                  <a:gd name="connsiteY8" fmla="*/ 0 h 4654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92000" h="4654549">
                    <a:moveTo>
                      <a:pt x="0" y="0"/>
                    </a:moveTo>
                    <a:lnTo>
                      <a:pt x="0" y="2089531"/>
                    </a:lnTo>
                    <a:lnTo>
                      <a:pt x="2321814" y="4407979"/>
                    </a:lnTo>
                    <a:cubicBezTo>
                      <a:pt x="2503170" y="4561712"/>
                      <a:pt x="2722436" y="4654549"/>
                      <a:pt x="2964053" y="4654549"/>
                    </a:cubicBezTo>
                    <a:cubicBezTo>
                      <a:pt x="3015107" y="4654549"/>
                      <a:pt x="3065145" y="4650549"/>
                      <a:pt x="3114040" y="4642802"/>
                    </a:cubicBezTo>
                    <a:cubicBezTo>
                      <a:pt x="3114040" y="4642802"/>
                      <a:pt x="3247517" y="4622926"/>
                      <a:pt x="3365881" y="4568634"/>
                    </a:cubicBezTo>
                    <a:cubicBezTo>
                      <a:pt x="3477070" y="4517580"/>
                      <a:pt x="8839898" y="2163191"/>
                      <a:pt x="12192000" y="691769"/>
                    </a:cubicBezTo>
                    <a:lnTo>
                      <a:pt x="12192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CDE302E-58C4-E379-4B67-035067DD1C30}"/>
                </a:ext>
              </a:extLst>
            </p:cNvPr>
            <p:cNvSpPr/>
            <p:nvPr/>
          </p:nvSpPr>
          <p:spPr>
            <a:xfrm>
              <a:off x="0" y="1095119"/>
              <a:ext cx="12192000" cy="3606672"/>
            </a:xfrm>
            <a:custGeom>
              <a:avLst/>
              <a:gdLst>
                <a:gd name="connsiteX0" fmla="*/ 2568512 w 12192000"/>
                <a:gd name="connsiteY0" fmla="*/ 3533330 h 3606672"/>
                <a:gd name="connsiteX1" fmla="*/ 2964053 w 12192000"/>
                <a:gd name="connsiteY1" fmla="*/ 3606672 h 3606672"/>
                <a:gd name="connsiteX2" fmla="*/ 3174619 w 12192000"/>
                <a:gd name="connsiteY2" fmla="*/ 3586543 h 3606672"/>
                <a:gd name="connsiteX3" fmla="*/ 3287078 w 12192000"/>
                <a:gd name="connsiteY3" fmla="*/ 3555491 h 3606672"/>
                <a:gd name="connsiteX4" fmla="*/ 3353816 w 12192000"/>
                <a:gd name="connsiteY4" fmla="*/ 3534346 h 3606672"/>
                <a:gd name="connsiteX5" fmla="*/ 12192000 w 12192000"/>
                <a:gd name="connsiteY5" fmla="*/ 405384 h 3606672"/>
                <a:gd name="connsiteX6" fmla="*/ 12192000 w 12192000"/>
                <a:gd name="connsiteY6" fmla="*/ 0 h 3606672"/>
                <a:gd name="connsiteX7" fmla="*/ 3335846 w 12192000"/>
                <a:gd name="connsiteY7" fmla="*/ 3516248 h 3606672"/>
                <a:gd name="connsiteX8" fmla="*/ 2570226 w 12192000"/>
                <a:gd name="connsiteY8" fmla="*/ 3505390 h 3606672"/>
                <a:gd name="connsiteX9" fmla="*/ 2281619 w 12192000"/>
                <a:gd name="connsiteY9" fmla="*/ 3316350 h 3606672"/>
                <a:gd name="connsiteX10" fmla="*/ 0 w 12192000"/>
                <a:gd name="connsiteY10" fmla="*/ 1247267 h 3606672"/>
                <a:gd name="connsiteX11" fmla="*/ 0 w 12192000"/>
                <a:gd name="connsiteY11" fmla="*/ 1480439 h 3606672"/>
                <a:gd name="connsiteX12" fmla="*/ 2321433 w 12192000"/>
                <a:gd name="connsiteY12" fmla="*/ 3388867 h 3606672"/>
                <a:gd name="connsiteX13" fmla="*/ 2568512 w 12192000"/>
                <a:gd name="connsiteY13" fmla="*/ 3533266 h 360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2000" h="3606672">
                  <a:moveTo>
                    <a:pt x="2568512" y="3533330"/>
                  </a:moveTo>
                  <a:cubicBezTo>
                    <a:pt x="2691257" y="3580701"/>
                    <a:pt x="2824607" y="3606672"/>
                    <a:pt x="2964053" y="3606672"/>
                  </a:cubicBezTo>
                  <a:cubicBezTo>
                    <a:pt x="3036062" y="3606672"/>
                    <a:pt x="3106484" y="3599751"/>
                    <a:pt x="3174619" y="3586543"/>
                  </a:cubicBezTo>
                  <a:cubicBezTo>
                    <a:pt x="3174619" y="3586543"/>
                    <a:pt x="3258947" y="3565334"/>
                    <a:pt x="3287078" y="3555491"/>
                  </a:cubicBezTo>
                  <a:lnTo>
                    <a:pt x="3353816" y="3534346"/>
                  </a:lnTo>
                  <a:lnTo>
                    <a:pt x="12192000" y="405384"/>
                  </a:lnTo>
                  <a:lnTo>
                    <a:pt x="12192000" y="0"/>
                  </a:lnTo>
                  <a:lnTo>
                    <a:pt x="3335846" y="3516248"/>
                  </a:lnTo>
                  <a:cubicBezTo>
                    <a:pt x="3335846" y="3516248"/>
                    <a:pt x="2950147" y="3673982"/>
                    <a:pt x="2570226" y="3505390"/>
                  </a:cubicBezTo>
                  <a:cubicBezTo>
                    <a:pt x="2570226" y="3505390"/>
                    <a:pt x="2414397" y="3437064"/>
                    <a:pt x="2281619" y="3316350"/>
                  </a:cubicBezTo>
                  <a:cubicBezTo>
                    <a:pt x="2218373" y="3258883"/>
                    <a:pt x="1126681" y="2268918"/>
                    <a:pt x="0" y="1247267"/>
                  </a:cubicBezTo>
                  <a:lnTo>
                    <a:pt x="0" y="1480439"/>
                  </a:lnTo>
                  <a:lnTo>
                    <a:pt x="2321433" y="3388867"/>
                  </a:lnTo>
                  <a:cubicBezTo>
                    <a:pt x="2427478" y="3476878"/>
                    <a:pt x="2568512" y="3533266"/>
                    <a:pt x="2568512" y="3533266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0847ACA-AA35-782F-9F73-68797B75DA84}"/>
                </a:ext>
              </a:extLst>
            </p:cNvPr>
            <p:cNvSpPr/>
            <p:nvPr/>
          </p:nvSpPr>
          <p:spPr>
            <a:xfrm>
              <a:off x="0" y="691704"/>
              <a:ext cx="12192000" cy="3986657"/>
            </a:xfrm>
            <a:custGeom>
              <a:avLst/>
              <a:gdLst>
                <a:gd name="connsiteX0" fmla="*/ 2570226 w 12192000"/>
                <a:gd name="connsiteY0" fmla="*/ 3908805 h 3986657"/>
                <a:gd name="connsiteX1" fmla="*/ 3335846 w 12192000"/>
                <a:gd name="connsiteY1" fmla="*/ 3919664 h 3986657"/>
                <a:gd name="connsiteX2" fmla="*/ 12192000 w 12192000"/>
                <a:gd name="connsiteY2" fmla="*/ 403415 h 3986657"/>
                <a:gd name="connsiteX3" fmla="*/ 12192000 w 12192000"/>
                <a:gd name="connsiteY3" fmla="*/ 0 h 3986657"/>
                <a:gd name="connsiteX4" fmla="*/ 3365881 w 12192000"/>
                <a:gd name="connsiteY4" fmla="*/ 3876865 h 3986657"/>
                <a:gd name="connsiteX5" fmla="*/ 3114040 w 12192000"/>
                <a:gd name="connsiteY5" fmla="*/ 3951033 h 3986657"/>
                <a:gd name="connsiteX6" fmla="*/ 2964053 w 12192000"/>
                <a:gd name="connsiteY6" fmla="*/ 3962780 h 3986657"/>
                <a:gd name="connsiteX7" fmla="*/ 2321814 w 12192000"/>
                <a:gd name="connsiteY7" fmla="*/ 3716210 h 3986657"/>
                <a:gd name="connsiteX8" fmla="*/ 0 w 12192000"/>
                <a:gd name="connsiteY8" fmla="*/ 1397825 h 3986657"/>
                <a:gd name="connsiteX9" fmla="*/ 0 w 12192000"/>
                <a:gd name="connsiteY9" fmla="*/ 1650682 h 3986657"/>
                <a:gd name="connsiteX10" fmla="*/ 2281619 w 12192000"/>
                <a:gd name="connsiteY10" fmla="*/ 3719766 h 3986657"/>
                <a:gd name="connsiteX11" fmla="*/ 2570226 w 12192000"/>
                <a:gd name="connsiteY11" fmla="*/ 3908805 h 3986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986657">
                  <a:moveTo>
                    <a:pt x="2570226" y="3908805"/>
                  </a:moveTo>
                  <a:cubicBezTo>
                    <a:pt x="2950147" y="4077398"/>
                    <a:pt x="3335846" y="3919664"/>
                    <a:pt x="3335846" y="3919664"/>
                  </a:cubicBezTo>
                  <a:lnTo>
                    <a:pt x="12192000" y="403415"/>
                  </a:lnTo>
                  <a:lnTo>
                    <a:pt x="12192000" y="0"/>
                  </a:lnTo>
                  <a:cubicBezTo>
                    <a:pt x="8839898" y="1471422"/>
                    <a:pt x="3477070" y="3825874"/>
                    <a:pt x="3365881" y="3876865"/>
                  </a:cubicBezTo>
                  <a:cubicBezTo>
                    <a:pt x="3247517" y="3931221"/>
                    <a:pt x="3114040" y="3951033"/>
                    <a:pt x="3114040" y="3951033"/>
                  </a:cubicBezTo>
                  <a:cubicBezTo>
                    <a:pt x="3065209" y="3958780"/>
                    <a:pt x="3015107" y="3962780"/>
                    <a:pt x="2964053" y="3962780"/>
                  </a:cubicBezTo>
                  <a:cubicBezTo>
                    <a:pt x="2722436" y="3962780"/>
                    <a:pt x="2503170" y="3870007"/>
                    <a:pt x="2321814" y="3716210"/>
                  </a:cubicBezTo>
                  <a:lnTo>
                    <a:pt x="0" y="1397825"/>
                  </a:lnTo>
                  <a:lnTo>
                    <a:pt x="0" y="1650682"/>
                  </a:lnTo>
                  <a:cubicBezTo>
                    <a:pt x="1126617" y="2672334"/>
                    <a:pt x="2218373" y="3662298"/>
                    <a:pt x="2281619" y="3719766"/>
                  </a:cubicBezTo>
                  <a:cubicBezTo>
                    <a:pt x="2414461" y="3840479"/>
                    <a:pt x="2570226" y="3908805"/>
                    <a:pt x="2570226" y="3908805"/>
                  </a:cubicBez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7C2C81-225C-102F-C119-ED29A802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934" y="1051176"/>
            <a:ext cx="5724525" cy="1354217"/>
          </a:xfrm>
        </p:spPr>
        <p:txBody>
          <a:bodyPr wrap="square" anchor="b" anchorCtr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168C03-A4B2-07F8-2B47-CF62CF052D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218934" y="2459510"/>
            <a:ext cx="5724525" cy="246221"/>
          </a:xfrm>
        </p:spPr>
        <p:txBody>
          <a:bodyPr wrap="square">
            <a:spAutoFit/>
          </a:bodyPr>
          <a:lstStyle>
            <a:lvl1pPr>
              <a:defRPr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3F68D29-05DF-F333-3E52-C1B7AAC24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86675" y="3104658"/>
            <a:ext cx="4241800" cy="4001095"/>
          </a:xfrm>
        </p:spPr>
        <p:txBody>
          <a:bodyPr>
            <a:spAutoFit/>
          </a:bodyPr>
          <a:lstStyle>
            <a:lvl1pPr algn="r">
              <a:defRPr sz="26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46453E6-7393-9E89-44F4-4FDE3E5E3A5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4C9041E-1F0B-DEB8-808B-9E82C11A580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2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6">
            <a:extLst>
              <a:ext uri="{FF2B5EF4-FFF2-40B4-BE49-F238E27FC236}">
                <a16:creationId xmlns:a16="http://schemas.microsoft.com/office/drawing/2014/main" id="{2174A115-2818-ECFC-AA81-63BD95F94818}"/>
              </a:ext>
            </a:extLst>
          </p:cNvPr>
          <p:cNvGrpSpPr/>
          <p:nvPr userDrawn="1"/>
        </p:nvGrpSpPr>
        <p:grpSpPr>
          <a:xfrm>
            <a:off x="0" y="635"/>
            <a:ext cx="10249534" cy="6857999"/>
            <a:chOff x="0" y="635"/>
            <a:chExt cx="10249534" cy="6857999"/>
          </a:xfrm>
          <a:solidFill>
            <a:srgbClr val="268CA8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F0B1FE0-5E4B-344E-BD4C-21F51E723538}"/>
                </a:ext>
              </a:extLst>
            </p:cNvPr>
            <p:cNvSpPr/>
            <p:nvPr/>
          </p:nvSpPr>
          <p:spPr>
            <a:xfrm>
              <a:off x="0" y="635"/>
              <a:ext cx="10249534" cy="6857999"/>
            </a:xfrm>
            <a:custGeom>
              <a:avLst/>
              <a:gdLst>
                <a:gd name="connsiteX0" fmla="*/ 10000615 w 10249534"/>
                <a:gd name="connsiteY0" fmla="*/ 5120640 h 6857999"/>
                <a:gd name="connsiteX1" fmla="*/ 10249535 w 10249534"/>
                <a:gd name="connsiteY1" fmla="*/ 4472940 h 6857999"/>
                <a:gd name="connsiteX2" fmla="*/ 10237470 w 10249534"/>
                <a:gd name="connsiteY2" fmla="*/ 4321810 h 6857999"/>
                <a:gd name="connsiteX3" fmla="*/ 10162540 w 10249534"/>
                <a:gd name="connsiteY3" fmla="*/ 4067810 h 6857999"/>
                <a:gd name="connsiteX4" fmla="*/ 8374381 w 10249534"/>
                <a:gd name="connsiteY4" fmla="*/ 0 h 6857999"/>
                <a:gd name="connsiteX5" fmla="*/ 0 w 10249534"/>
                <a:gd name="connsiteY5" fmla="*/ 0 h 6857999"/>
                <a:gd name="connsiteX6" fmla="*/ 0 w 10249534"/>
                <a:gd name="connsiteY6" fmla="*/ 6858000 h 6857999"/>
                <a:gd name="connsiteX7" fmla="*/ 8266431 w 10249534"/>
                <a:gd name="connsiteY7" fmla="*/ 6858000 h 6857999"/>
                <a:gd name="connsiteX8" fmla="*/ 10000615 w 10249534"/>
                <a:gd name="connsiteY8" fmla="*/ 5121275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49534" h="6857999">
                  <a:moveTo>
                    <a:pt x="10000615" y="5120640"/>
                  </a:moveTo>
                  <a:cubicBezTo>
                    <a:pt x="10155555" y="4937760"/>
                    <a:pt x="10249535" y="4716780"/>
                    <a:pt x="10249535" y="4472940"/>
                  </a:cubicBezTo>
                  <a:cubicBezTo>
                    <a:pt x="10249535" y="4229100"/>
                    <a:pt x="10245725" y="4370705"/>
                    <a:pt x="10237470" y="4321810"/>
                  </a:cubicBezTo>
                  <a:cubicBezTo>
                    <a:pt x="10237470" y="4321810"/>
                    <a:pt x="10217150" y="4187190"/>
                    <a:pt x="10162540" y="4067810"/>
                  </a:cubicBezTo>
                  <a:cubicBezTo>
                    <a:pt x="10132695" y="4003040"/>
                    <a:pt x="9331960" y="2180590"/>
                    <a:pt x="8374381" y="0"/>
                  </a:cubicBezTo>
                  <a:lnTo>
                    <a:pt x="0" y="0"/>
                  </a:lnTo>
                  <a:lnTo>
                    <a:pt x="0" y="6858000"/>
                  </a:lnTo>
                  <a:lnTo>
                    <a:pt x="8266431" y="6858000"/>
                  </a:lnTo>
                  <a:lnTo>
                    <a:pt x="10000615" y="5121275"/>
                  </a:ln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EDC0CA2-D40E-4B31-1838-408251BC2E0C}"/>
                </a:ext>
              </a:extLst>
            </p:cNvPr>
            <p:cNvSpPr/>
            <p:nvPr/>
          </p:nvSpPr>
          <p:spPr>
            <a:xfrm>
              <a:off x="8518525" y="4912359"/>
              <a:ext cx="1656080" cy="1887855"/>
            </a:xfrm>
            <a:custGeom>
              <a:avLst/>
              <a:gdLst>
                <a:gd name="connsiteX0" fmla="*/ 1485900 w 1656080"/>
                <a:gd name="connsiteY0" fmla="*/ 249555 h 1887855"/>
                <a:gd name="connsiteX1" fmla="*/ 0 w 1656080"/>
                <a:gd name="connsiteY1" fmla="*/ 1887855 h 1887855"/>
                <a:gd name="connsiteX2" fmla="*/ 14605 w 1656080"/>
                <a:gd name="connsiteY2" fmla="*/ 1871980 h 1887855"/>
                <a:gd name="connsiteX3" fmla="*/ 1485900 w 1656080"/>
                <a:gd name="connsiteY3" fmla="*/ 249555 h 1887855"/>
                <a:gd name="connsiteX4" fmla="*/ 1656080 w 1656080"/>
                <a:gd name="connsiteY4" fmla="*/ 0 h 1887855"/>
                <a:gd name="connsiteX5" fmla="*/ 1656080 w 1656080"/>
                <a:gd name="connsiteY5" fmla="*/ 0 h 1887855"/>
                <a:gd name="connsiteX6" fmla="*/ 1485900 w 1656080"/>
                <a:gd name="connsiteY6" fmla="*/ 249555 h 188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56080" h="1887855">
                  <a:moveTo>
                    <a:pt x="1485900" y="249555"/>
                  </a:moveTo>
                  <a:cubicBezTo>
                    <a:pt x="1439545" y="300990"/>
                    <a:pt x="788035" y="1019175"/>
                    <a:pt x="0" y="1887855"/>
                  </a:cubicBezTo>
                  <a:lnTo>
                    <a:pt x="14605" y="1871980"/>
                  </a:lnTo>
                  <a:lnTo>
                    <a:pt x="1485900" y="249555"/>
                  </a:lnTo>
                  <a:cubicBezTo>
                    <a:pt x="1569085" y="158115"/>
                    <a:pt x="1627505" y="55880"/>
                    <a:pt x="1656080" y="0"/>
                  </a:cubicBezTo>
                  <a:cubicBezTo>
                    <a:pt x="1656080" y="0"/>
                    <a:pt x="1656080" y="0"/>
                    <a:pt x="1656080" y="0"/>
                  </a:cubicBezTo>
                  <a:cubicBezTo>
                    <a:pt x="1627505" y="55880"/>
                    <a:pt x="1569085" y="158115"/>
                    <a:pt x="1485900" y="249555"/>
                  </a:cubicBezTo>
                  <a:close/>
                </a:path>
              </a:pathLst>
            </a:custGeom>
            <a:solidFill>
              <a:srgbClr val="268CA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:a16="http://schemas.microsoft.com/office/drawing/2014/main" id="{8DFE2C77-902D-4A06-35A2-79A69138A25B}"/>
              </a:ext>
            </a:extLst>
          </p:cNvPr>
          <p:cNvSpPr/>
          <p:nvPr userDrawn="1"/>
        </p:nvSpPr>
        <p:spPr>
          <a:xfrm>
            <a:off x="8267065" y="0"/>
            <a:ext cx="2007034" cy="6857365"/>
          </a:xfrm>
          <a:custGeom>
            <a:avLst/>
            <a:gdLst>
              <a:gd name="connsiteX0" fmla="*/ 1896110 w 2007034"/>
              <a:gd name="connsiteY0" fmla="*/ 4067810 h 6857365"/>
              <a:gd name="connsiteX1" fmla="*/ 1971040 w 2007034"/>
              <a:gd name="connsiteY1" fmla="*/ 4321810 h 6857365"/>
              <a:gd name="connsiteX2" fmla="*/ 1983105 w 2007034"/>
              <a:gd name="connsiteY2" fmla="*/ 4472940 h 6857365"/>
              <a:gd name="connsiteX3" fmla="*/ 1734185 w 2007034"/>
              <a:gd name="connsiteY3" fmla="*/ 5120640 h 6857365"/>
              <a:gd name="connsiteX4" fmla="*/ 0 w 2007034"/>
              <a:gd name="connsiteY4" fmla="*/ 6857365 h 6857365"/>
              <a:gd name="connsiteX5" fmla="*/ 199390 w 2007034"/>
              <a:gd name="connsiteY5" fmla="*/ 6857365 h 6857365"/>
              <a:gd name="connsiteX6" fmla="*/ 1737995 w 2007034"/>
              <a:gd name="connsiteY6" fmla="*/ 5161280 h 6857365"/>
              <a:gd name="connsiteX7" fmla="*/ 1928495 w 2007034"/>
              <a:gd name="connsiteY7" fmla="*/ 4869815 h 6857365"/>
              <a:gd name="connsiteX8" fmla="*/ 1939290 w 2007034"/>
              <a:gd name="connsiteY8" fmla="*/ 4097655 h 6857365"/>
              <a:gd name="connsiteX9" fmla="*/ 311785 w 2007034"/>
              <a:gd name="connsiteY9" fmla="*/ 0 h 6857365"/>
              <a:gd name="connsiteX10" fmla="*/ 107950 w 2007034"/>
              <a:gd name="connsiteY10" fmla="*/ 0 h 6857365"/>
              <a:gd name="connsiteX11" fmla="*/ 1896110 w 2007034"/>
              <a:gd name="connsiteY11" fmla="*/ 4067810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07034" h="6857365">
                <a:moveTo>
                  <a:pt x="1896110" y="4067810"/>
                </a:moveTo>
                <a:cubicBezTo>
                  <a:pt x="1950720" y="4187190"/>
                  <a:pt x="1971040" y="4321810"/>
                  <a:pt x="1971040" y="4321810"/>
                </a:cubicBezTo>
                <a:cubicBezTo>
                  <a:pt x="1978660" y="4371340"/>
                  <a:pt x="1983105" y="4421505"/>
                  <a:pt x="1983105" y="4472940"/>
                </a:cubicBezTo>
                <a:cubicBezTo>
                  <a:pt x="1983105" y="4716780"/>
                  <a:pt x="1889760" y="4937760"/>
                  <a:pt x="1734185" y="5120640"/>
                </a:cubicBezTo>
                <a:lnTo>
                  <a:pt x="0" y="6857365"/>
                </a:lnTo>
                <a:lnTo>
                  <a:pt x="199390" y="6857365"/>
                </a:lnTo>
                <a:cubicBezTo>
                  <a:pt x="1010920" y="5962650"/>
                  <a:pt x="1690370" y="5213350"/>
                  <a:pt x="1737995" y="5161280"/>
                </a:cubicBezTo>
                <a:cubicBezTo>
                  <a:pt x="1859915" y="5027295"/>
                  <a:pt x="1928495" y="4869815"/>
                  <a:pt x="1928495" y="4869815"/>
                </a:cubicBezTo>
                <a:cubicBezTo>
                  <a:pt x="2098675" y="4486275"/>
                  <a:pt x="1939290" y="4097655"/>
                  <a:pt x="1939290" y="4097655"/>
                </a:cubicBezTo>
                <a:lnTo>
                  <a:pt x="311785" y="0"/>
                </a:lnTo>
                <a:lnTo>
                  <a:pt x="107950" y="0"/>
                </a:lnTo>
                <a:cubicBezTo>
                  <a:pt x="1065530" y="2180590"/>
                  <a:pt x="1866265" y="4003040"/>
                  <a:pt x="1896110" y="4067810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EBA7C0B4-AB59-E971-2EB3-8CE7A7B5DDB9}"/>
              </a:ext>
            </a:extLst>
          </p:cNvPr>
          <p:cNvSpPr/>
          <p:nvPr userDrawn="1"/>
        </p:nvSpPr>
        <p:spPr>
          <a:xfrm>
            <a:off x="8466455" y="0"/>
            <a:ext cx="1831339" cy="6858000"/>
          </a:xfrm>
          <a:custGeom>
            <a:avLst/>
            <a:gdLst>
              <a:gd name="connsiteX0" fmla="*/ 1739900 w 1831339"/>
              <a:gd name="connsiteY0" fmla="*/ 4098290 h 6858000"/>
              <a:gd name="connsiteX1" fmla="*/ 1729105 w 1831339"/>
              <a:gd name="connsiteY1" fmla="*/ 4870450 h 6858000"/>
              <a:gd name="connsiteX2" fmla="*/ 1538605 w 1831339"/>
              <a:gd name="connsiteY2" fmla="*/ 5161915 h 6858000"/>
              <a:gd name="connsiteX3" fmla="*/ 0 w 1831339"/>
              <a:gd name="connsiteY3" fmla="*/ 6858000 h 6858000"/>
              <a:gd name="connsiteX4" fmla="*/ 184150 w 1831339"/>
              <a:gd name="connsiteY4" fmla="*/ 6858000 h 6858000"/>
              <a:gd name="connsiteX5" fmla="*/ 1611630 w 1831339"/>
              <a:gd name="connsiteY5" fmla="*/ 5121275 h 6858000"/>
              <a:gd name="connsiteX6" fmla="*/ 1757045 w 1831339"/>
              <a:gd name="connsiteY6" fmla="*/ 4872355 h 6858000"/>
              <a:gd name="connsiteX7" fmla="*/ 1831339 w 1831339"/>
              <a:gd name="connsiteY7" fmla="*/ 4473575 h 6858000"/>
              <a:gd name="connsiteX8" fmla="*/ 1811020 w 1831339"/>
              <a:gd name="connsiteY8" fmla="*/ 4261485 h 6858000"/>
              <a:gd name="connsiteX9" fmla="*/ 1779905 w 1831339"/>
              <a:gd name="connsiteY9" fmla="*/ 4147820 h 6858000"/>
              <a:gd name="connsiteX10" fmla="*/ 1758314 w 1831339"/>
              <a:gd name="connsiteY10" fmla="*/ 4080510 h 6858000"/>
              <a:gd name="connsiteX11" fmla="*/ 313689 w 1831339"/>
              <a:gd name="connsiteY11" fmla="*/ 0 h 6858000"/>
              <a:gd name="connsiteX12" fmla="*/ 113030 w 1831339"/>
              <a:gd name="connsiteY12" fmla="*/ 0 h 6858000"/>
              <a:gd name="connsiteX13" fmla="*/ 1739900 w 1831339"/>
              <a:gd name="connsiteY13" fmla="*/ 40982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31339" h="6858000">
                <a:moveTo>
                  <a:pt x="1739900" y="4098290"/>
                </a:moveTo>
                <a:cubicBezTo>
                  <a:pt x="1739900" y="4098290"/>
                  <a:pt x="1899285" y="4487545"/>
                  <a:pt x="1729105" y="4870450"/>
                </a:cubicBezTo>
                <a:cubicBezTo>
                  <a:pt x="1729105" y="4870450"/>
                  <a:pt x="1659889" y="5027930"/>
                  <a:pt x="1538605" y="5161915"/>
                </a:cubicBezTo>
                <a:cubicBezTo>
                  <a:pt x="1490980" y="5213985"/>
                  <a:pt x="811530" y="5963920"/>
                  <a:pt x="0" y="6858000"/>
                </a:cubicBezTo>
                <a:lnTo>
                  <a:pt x="184150" y="6858000"/>
                </a:lnTo>
                <a:lnTo>
                  <a:pt x="1611630" y="5121275"/>
                </a:lnTo>
                <a:cubicBezTo>
                  <a:pt x="1700530" y="5014595"/>
                  <a:pt x="1757045" y="4872355"/>
                  <a:pt x="1757045" y="4872355"/>
                </a:cubicBezTo>
                <a:cubicBezTo>
                  <a:pt x="1804670" y="4748530"/>
                  <a:pt x="1831339" y="4613910"/>
                  <a:pt x="1831339" y="4473575"/>
                </a:cubicBezTo>
                <a:cubicBezTo>
                  <a:pt x="1831339" y="4333240"/>
                  <a:pt x="1824355" y="4330065"/>
                  <a:pt x="1811020" y="4261485"/>
                </a:cubicBezTo>
                <a:cubicBezTo>
                  <a:pt x="1811020" y="4261485"/>
                  <a:pt x="1789430" y="4176395"/>
                  <a:pt x="1779905" y="4147820"/>
                </a:cubicBezTo>
                <a:lnTo>
                  <a:pt x="1758314" y="4080510"/>
                </a:lnTo>
                <a:lnTo>
                  <a:pt x="313689" y="0"/>
                </a:lnTo>
                <a:lnTo>
                  <a:pt x="113030" y="0"/>
                </a:lnTo>
                <a:lnTo>
                  <a:pt x="1739900" y="4098290"/>
                </a:ln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2929" y="2321615"/>
            <a:ext cx="5725121" cy="3077766"/>
          </a:xfrm>
        </p:spPr>
        <p:txBody>
          <a:bodyPr wrap="square" rIns="576000" anchor="b" anchorCtr="0">
            <a:spAutoFit/>
          </a:bodyPr>
          <a:lstStyle>
            <a:lvl1pPr algn="r">
              <a:defRPr sz="20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2A32CA7-0F2A-03AD-0FB7-80562681EE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988050" y="4317520"/>
            <a:ext cx="2968625" cy="307777"/>
          </a:xfrm>
        </p:spPr>
        <p:txBody>
          <a:bodyPr wrap="square" anchor="b" anchorCtr="0">
            <a:sp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EF81C87-120D-1B3E-86C8-C2D025F0AE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11700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38" userDrawn="1">
          <p15:clr>
            <a:srgbClr val="FBAE40"/>
          </p15:clr>
        </p15:guide>
        <p15:guide id="2" pos="43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EFD1FC8-32D2-BD89-C69C-111D01869BC1}"/>
              </a:ext>
            </a:extLst>
          </p:cNvPr>
          <p:cNvSpPr/>
          <p:nvPr userDrawn="1"/>
        </p:nvSpPr>
        <p:spPr>
          <a:xfrm>
            <a:off x="7851590" y="0"/>
            <a:ext cx="4345940" cy="6858000"/>
          </a:xfrm>
          <a:custGeom>
            <a:avLst/>
            <a:gdLst>
              <a:gd name="connsiteX0" fmla="*/ 1692275 w 4345940"/>
              <a:gd name="connsiteY0" fmla="*/ 4778375 h 6858000"/>
              <a:gd name="connsiteX1" fmla="*/ 1747520 w 4345940"/>
              <a:gd name="connsiteY1" fmla="*/ 4933950 h 6858000"/>
              <a:gd name="connsiteX2" fmla="*/ 1748790 w 4345940"/>
              <a:gd name="connsiteY2" fmla="*/ 4939030 h 6858000"/>
              <a:gd name="connsiteX3" fmla="*/ 1751330 w 4345940"/>
              <a:gd name="connsiteY3" fmla="*/ 4946650 h 6858000"/>
              <a:gd name="connsiteX4" fmla="*/ 1769110 w 4345940"/>
              <a:gd name="connsiteY4" fmla="*/ 5003800 h 6858000"/>
              <a:gd name="connsiteX5" fmla="*/ 1795780 w 4345940"/>
              <a:gd name="connsiteY5" fmla="*/ 5100320 h 6858000"/>
              <a:gd name="connsiteX6" fmla="*/ 1812925 w 4345940"/>
              <a:gd name="connsiteY6" fmla="*/ 5280660 h 6858000"/>
              <a:gd name="connsiteX7" fmla="*/ 1750060 w 4345940"/>
              <a:gd name="connsiteY7" fmla="*/ 5619115 h 6858000"/>
              <a:gd name="connsiteX8" fmla="*/ 1626235 w 4345940"/>
              <a:gd name="connsiteY8" fmla="*/ 5830570 h 6858000"/>
              <a:gd name="connsiteX9" fmla="*/ 781685 w 4345940"/>
              <a:gd name="connsiteY9" fmla="*/ 6858000 h 6858000"/>
              <a:gd name="connsiteX10" fmla="*/ 4345940 w 4345940"/>
              <a:gd name="connsiteY10" fmla="*/ 6858000 h 6858000"/>
              <a:gd name="connsiteX11" fmla="*/ 4345940 w 4345940"/>
              <a:gd name="connsiteY11" fmla="*/ 0 h 6858000"/>
              <a:gd name="connsiteX12" fmla="*/ 0 w 4345940"/>
              <a:gd name="connsiteY12" fmla="*/ 0 h 6858000"/>
              <a:gd name="connsiteX13" fmla="*/ 1691640 w 4345940"/>
              <a:gd name="connsiteY13" fmla="*/ 47783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45940" h="6858000">
                <a:moveTo>
                  <a:pt x="1692275" y="4778375"/>
                </a:moveTo>
                <a:cubicBezTo>
                  <a:pt x="1710055" y="4822190"/>
                  <a:pt x="1729105" y="4874895"/>
                  <a:pt x="1747520" y="4933950"/>
                </a:cubicBezTo>
                <a:cubicBezTo>
                  <a:pt x="1747520" y="4935220"/>
                  <a:pt x="1748790" y="4937125"/>
                  <a:pt x="1748790" y="4939030"/>
                </a:cubicBezTo>
                <a:lnTo>
                  <a:pt x="1751330" y="4946650"/>
                </a:lnTo>
                <a:lnTo>
                  <a:pt x="1769110" y="5003800"/>
                </a:lnTo>
                <a:cubicBezTo>
                  <a:pt x="1777365" y="5027930"/>
                  <a:pt x="1795780" y="5100320"/>
                  <a:pt x="1795780" y="5100320"/>
                </a:cubicBezTo>
                <a:cubicBezTo>
                  <a:pt x="1807210" y="5158740"/>
                  <a:pt x="1812925" y="5219065"/>
                  <a:pt x="1812925" y="5280660"/>
                </a:cubicBezTo>
                <a:cubicBezTo>
                  <a:pt x="1812925" y="5400040"/>
                  <a:pt x="1790700" y="5514340"/>
                  <a:pt x="1750060" y="5619115"/>
                </a:cubicBezTo>
                <a:cubicBezTo>
                  <a:pt x="1750060" y="5619115"/>
                  <a:pt x="1701800" y="5739765"/>
                  <a:pt x="1626235" y="5830570"/>
                </a:cubicBezTo>
                <a:lnTo>
                  <a:pt x="781685" y="6858000"/>
                </a:lnTo>
                <a:lnTo>
                  <a:pt x="4345940" y="6858000"/>
                </a:lnTo>
                <a:lnTo>
                  <a:pt x="4345940" y="0"/>
                </a:lnTo>
                <a:lnTo>
                  <a:pt x="0" y="0"/>
                </a:lnTo>
                <a:lnTo>
                  <a:pt x="1691640" y="4778375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AFF0DA2-96B9-5CE0-830F-BB92CFF54C75}"/>
              </a:ext>
            </a:extLst>
          </p:cNvPr>
          <p:cNvSpPr/>
          <p:nvPr userDrawn="1"/>
        </p:nvSpPr>
        <p:spPr>
          <a:xfrm>
            <a:off x="7065496" y="0"/>
            <a:ext cx="5122545" cy="6858000"/>
          </a:xfrm>
          <a:custGeom>
            <a:avLst/>
            <a:gdLst>
              <a:gd name="connsiteX0" fmla="*/ 0 w 5122545"/>
              <a:gd name="connsiteY0" fmla="*/ 0 h 6858000"/>
              <a:gd name="connsiteX1" fmla="*/ 5122545 w 5122545"/>
              <a:gd name="connsiteY1" fmla="*/ 0 h 6858000"/>
              <a:gd name="connsiteX2" fmla="*/ 5122545 w 5122545"/>
              <a:gd name="connsiteY2" fmla="*/ 6858000 h 6858000"/>
              <a:gd name="connsiteX3" fmla="*/ 0 w 512254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2545" h="6858000">
                <a:moveTo>
                  <a:pt x="0" y="0"/>
                </a:moveTo>
                <a:lnTo>
                  <a:pt x="5122545" y="0"/>
                </a:lnTo>
                <a:lnTo>
                  <a:pt x="5122545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667C233-64C2-CB2F-A1AE-E3E96B65BC50}"/>
              </a:ext>
            </a:extLst>
          </p:cNvPr>
          <p:cNvSpPr/>
          <p:nvPr userDrawn="1"/>
        </p:nvSpPr>
        <p:spPr>
          <a:xfrm>
            <a:off x="7628667" y="0"/>
            <a:ext cx="2046605" cy="6858000"/>
          </a:xfrm>
          <a:custGeom>
            <a:avLst/>
            <a:gdLst>
              <a:gd name="connsiteX0" fmla="*/ 1969770 w 2046605"/>
              <a:gd name="connsiteY0" fmla="*/ 4961890 h 6858000"/>
              <a:gd name="connsiteX1" fmla="*/ 1960245 w 2046605"/>
              <a:gd name="connsiteY1" fmla="*/ 5617845 h 6858000"/>
              <a:gd name="connsiteX2" fmla="*/ 1798320 w 2046605"/>
              <a:gd name="connsiteY2" fmla="*/ 5864860 h 6858000"/>
              <a:gd name="connsiteX3" fmla="*/ 897255 w 2046605"/>
              <a:gd name="connsiteY3" fmla="*/ 6858000 h 6858000"/>
              <a:gd name="connsiteX4" fmla="*/ 1015365 w 2046605"/>
              <a:gd name="connsiteY4" fmla="*/ 6858000 h 6858000"/>
              <a:gd name="connsiteX5" fmla="*/ 1859915 w 2046605"/>
              <a:gd name="connsiteY5" fmla="*/ 5830570 h 6858000"/>
              <a:gd name="connsiteX6" fmla="*/ 1983740 w 2046605"/>
              <a:gd name="connsiteY6" fmla="*/ 5619115 h 6858000"/>
              <a:gd name="connsiteX7" fmla="*/ 2046605 w 2046605"/>
              <a:gd name="connsiteY7" fmla="*/ 5280660 h 6858000"/>
              <a:gd name="connsiteX8" fmla="*/ 2029460 w 2046605"/>
              <a:gd name="connsiteY8" fmla="*/ 5100320 h 6858000"/>
              <a:gd name="connsiteX9" fmla="*/ 2002790 w 2046605"/>
              <a:gd name="connsiteY9" fmla="*/ 5003800 h 6858000"/>
              <a:gd name="connsiteX10" fmla="*/ 1985010 w 2046605"/>
              <a:gd name="connsiteY10" fmla="*/ 4946650 h 6858000"/>
              <a:gd name="connsiteX11" fmla="*/ 234315 w 2046605"/>
              <a:gd name="connsiteY11" fmla="*/ 0 h 6858000"/>
              <a:gd name="connsiteX12" fmla="*/ 0 w 2046605"/>
              <a:gd name="connsiteY12" fmla="*/ 0 h 6858000"/>
              <a:gd name="connsiteX13" fmla="*/ 1969770 w 2046605"/>
              <a:gd name="connsiteY13" fmla="*/ 49618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046605" h="6858000">
                <a:moveTo>
                  <a:pt x="1969770" y="4961890"/>
                </a:moveTo>
                <a:cubicBezTo>
                  <a:pt x="1969770" y="4961890"/>
                  <a:pt x="2105025" y="5292090"/>
                  <a:pt x="1960245" y="5617845"/>
                </a:cubicBezTo>
                <a:cubicBezTo>
                  <a:pt x="1960245" y="5617845"/>
                  <a:pt x="1901825" y="5751195"/>
                  <a:pt x="1798320" y="5864860"/>
                </a:cubicBezTo>
                <a:cubicBezTo>
                  <a:pt x="1765935" y="5900420"/>
                  <a:pt x="1394460" y="6309995"/>
                  <a:pt x="897255" y="6858000"/>
                </a:cubicBezTo>
                <a:lnTo>
                  <a:pt x="1015365" y="6858000"/>
                </a:lnTo>
                <a:lnTo>
                  <a:pt x="1859915" y="5830570"/>
                </a:lnTo>
                <a:cubicBezTo>
                  <a:pt x="1935480" y="5739765"/>
                  <a:pt x="1983740" y="5619115"/>
                  <a:pt x="1983740" y="5619115"/>
                </a:cubicBezTo>
                <a:cubicBezTo>
                  <a:pt x="2024380" y="5513705"/>
                  <a:pt x="2046605" y="5400040"/>
                  <a:pt x="2046605" y="5280660"/>
                </a:cubicBezTo>
                <a:cubicBezTo>
                  <a:pt x="2046605" y="5161280"/>
                  <a:pt x="2040890" y="5158740"/>
                  <a:pt x="2029460" y="5100320"/>
                </a:cubicBezTo>
                <a:cubicBezTo>
                  <a:pt x="2029460" y="5100320"/>
                  <a:pt x="2011045" y="5027930"/>
                  <a:pt x="2002790" y="5003800"/>
                </a:cubicBezTo>
                <a:lnTo>
                  <a:pt x="1985010" y="4946650"/>
                </a:lnTo>
                <a:lnTo>
                  <a:pt x="234315" y="0"/>
                </a:lnTo>
                <a:lnTo>
                  <a:pt x="0" y="0"/>
                </a:lnTo>
                <a:lnTo>
                  <a:pt x="1969770" y="496189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9A6F5A9C-1E8C-CD51-B45E-199D5436A3EE}"/>
              </a:ext>
            </a:extLst>
          </p:cNvPr>
          <p:cNvSpPr/>
          <p:nvPr userDrawn="1"/>
        </p:nvSpPr>
        <p:spPr>
          <a:xfrm>
            <a:off x="7393083" y="0"/>
            <a:ext cx="2263095" cy="6858000"/>
          </a:xfrm>
          <a:custGeom>
            <a:avLst/>
            <a:gdLst>
              <a:gd name="connsiteX0" fmla="*/ 2169160 w 2263095"/>
              <a:gd name="connsiteY0" fmla="*/ 4936490 h 6858000"/>
              <a:gd name="connsiteX1" fmla="*/ 2232660 w 2263095"/>
              <a:gd name="connsiteY1" fmla="*/ 5152390 h 6858000"/>
              <a:gd name="connsiteX2" fmla="*/ 2242820 w 2263095"/>
              <a:gd name="connsiteY2" fmla="*/ 5280660 h 6858000"/>
              <a:gd name="connsiteX3" fmla="*/ 2031365 w 2263095"/>
              <a:gd name="connsiteY3" fmla="*/ 5830570 h 6858000"/>
              <a:gd name="connsiteX4" fmla="*/ 1005205 w 2263095"/>
              <a:gd name="connsiteY4" fmla="*/ 6858000 h 6858000"/>
              <a:gd name="connsiteX5" fmla="*/ 1133475 w 2263095"/>
              <a:gd name="connsiteY5" fmla="*/ 6858000 h 6858000"/>
              <a:gd name="connsiteX6" fmla="*/ 2034540 w 2263095"/>
              <a:gd name="connsiteY6" fmla="*/ 5864860 h 6858000"/>
              <a:gd name="connsiteX7" fmla="*/ 2196465 w 2263095"/>
              <a:gd name="connsiteY7" fmla="*/ 5617845 h 6858000"/>
              <a:gd name="connsiteX8" fmla="*/ 2205990 w 2263095"/>
              <a:gd name="connsiteY8" fmla="*/ 4961890 h 6858000"/>
              <a:gd name="connsiteX9" fmla="*/ 235585 w 2263095"/>
              <a:gd name="connsiteY9" fmla="*/ 0 h 6858000"/>
              <a:gd name="connsiteX10" fmla="*/ 0 w 2263095"/>
              <a:gd name="connsiteY10" fmla="*/ 0 h 6858000"/>
              <a:gd name="connsiteX11" fmla="*/ 2169160 w 2263095"/>
              <a:gd name="connsiteY11" fmla="*/ 49364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3095" h="6858000">
                <a:moveTo>
                  <a:pt x="2169160" y="4936490"/>
                </a:moveTo>
                <a:cubicBezTo>
                  <a:pt x="2215515" y="5038090"/>
                  <a:pt x="2232660" y="5152390"/>
                  <a:pt x="2232660" y="5152390"/>
                </a:cubicBezTo>
                <a:cubicBezTo>
                  <a:pt x="2239010" y="5194300"/>
                  <a:pt x="2242820" y="5236845"/>
                  <a:pt x="2242820" y="5280660"/>
                </a:cubicBezTo>
                <a:cubicBezTo>
                  <a:pt x="2242820" y="5487670"/>
                  <a:pt x="2163445" y="5675630"/>
                  <a:pt x="2031365" y="5830570"/>
                </a:cubicBezTo>
                <a:lnTo>
                  <a:pt x="1005205" y="6858000"/>
                </a:lnTo>
                <a:lnTo>
                  <a:pt x="1133475" y="6858000"/>
                </a:lnTo>
                <a:cubicBezTo>
                  <a:pt x="1630680" y="6309995"/>
                  <a:pt x="2002155" y="5899785"/>
                  <a:pt x="2034540" y="5864860"/>
                </a:cubicBezTo>
                <a:cubicBezTo>
                  <a:pt x="2138045" y="5751195"/>
                  <a:pt x="2196465" y="5617845"/>
                  <a:pt x="2196465" y="5617845"/>
                </a:cubicBezTo>
                <a:cubicBezTo>
                  <a:pt x="2340610" y="5292725"/>
                  <a:pt x="2205990" y="4961890"/>
                  <a:pt x="2205990" y="4961890"/>
                </a:cubicBezTo>
                <a:lnTo>
                  <a:pt x="235585" y="0"/>
                </a:lnTo>
                <a:lnTo>
                  <a:pt x="0" y="0"/>
                </a:lnTo>
                <a:cubicBezTo>
                  <a:pt x="1066800" y="2429510"/>
                  <a:pt x="2137410" y="4867275"/>
                  <a:pt x="2169160" y="493649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240E57-BA5C-AA62-B5A7-3C2DF9106B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7775" y="1901825"/>
            <a:ext cx="5480050" cy="2116953"/>
          </a:xfrm>
        </p:spPr>
        <p:txBody>
          <a:bodyPr tIns="288000">
            <a:spAutoFit/>
          </a:bodyPr>
          <a:lstStyle>
            <a:lvl1pPr>
              <a:spcAft>
                <a:spcPts val="4200"/>
              </a:spcAft>
              <a:defRPr sz="2800"/>
            </a:lvl1pPr>
            <a:lvl2pPr>
              <a:spcAft>
                <a:spcPts val="0"/>
              </a:spcAft>
              <a:defRPr sz="1400">
                <a:solidFill>
                  <a:schemeClr val="accent3"/>
                </a:solidFill>
              </a:defRPr>
            </a:lvl2pPr>
            <a:lvl3pPr>
              <a:defRPr sz="1400">
                <a:solidFill>
                  <a:schemeClr val="accent3"/>
                </a:solidFill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6A788A-A599-0904-C999-393BAE0D1540}"/>
              </a:ext>
            </a:extLst>
          </p:cNvPr>
          <p:cNvCxnSpPr/>
          <p:nvPr userDrawn="1"/>
        </p:nvCxnSpPr>
        <p:spPr>
          <a:xfrm>
            <a:off x="1247887" y="1893346"/>
            <a:ext cx="5479938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616DBB-7724-841B-6117-2B45F8B4A3C0}"/>
              </a:ext>
            </a:extLst>
          </p:cNvPr>
          <p:cNvGrpSpPr/>
          <p:nvPr userDrawn="1"/>
        </p:nvGrpSpPr>
        <p:grpSpPr>
          <a:xfrm>
            <a:off x="1247775" y="1373003"/>
            <a:ext cx="404625" cy="349622"/>
            <a:chOff x="2886710" y="1376363"/>
            <a:chExt cx="259079" cy="223861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26AED39-47D4-3C77-62A5-7238EF9B4589}"/>
                </a:ext>
              </a:extLst>
            </p:cNvPr>
            <p:cNvSpPr/>
            <p:nvPr/>
          </p:nvSpPr>
          <p:spPr>
            <a:xfrm>
              <a:off x="2886710" y="1376363"/>
              <a:ext cx="112538" cy="223861"/>
            </a:xfrm>
            <a:custGeom>
              <a:avLst/>
              <a:gdLst>
                <a:gd name="connsiteX0" fmla="*/ 112538 w 112538"/>
                <a:gd name="connsiteY0" fmla="*/ 113348 h 223861"/>
                <a:gd name="connsiteX1" fmla="*/ 58698 w 112538"/>
                <a:gd name="connsiteY1" fmla="*/ 113348 h 223861"/>
                <a:gd name="connsiteX2" fmla="*/ 71247 w 112538"/>
                <a:gd name="connsiteY2" fmla="*/ 78533 h 223861"/>
                <a:gd name="connsiteX3" fmla="*/ 112538 w 112538"/>
                <a:gd name="connsiteY3" fmla="*/ 48982 h 223861"/>
                <a:gd name="connsiteX4" fmla="*/ 88249 w 112538"/>
                <a:gd name="connsiteY4" fmla="*/ 0 h 223861"/>
                <a:gd name="connsiteX5" fmla="*/ 19836 w 112538"/>
                <a:gd name="connsiteY5" fmla="*/ 51816 h 223861"/>
                <a:gd name="connsiteX6" fmla="*/ 0 w 112538"/>
                <a:gd name="connsiteY6" fmla="*/ 131969 h 223861"/>
                <a:gd name="connsiteX7" fmla="*/ 0 w 112538"/>
                <a:gd name="connsiteY7" fmla="*/ 223861 h 223861"/>
                <a:gd name="connsiteX8" fmla="*/ 112538 w 112538"/>
                <a:gd name="connsiteY8" fmla="*/ 223861 h 223861"/>
                <a:gd name="connsiteX9" fmla="*/ 112538 w 112538"/>
                <a:gd name="connsiteY9" fmla="*/ 112943 h 223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538" h="223861">
                  <a:moveTo>
                    <a:pt x="112538" y="113348"/>
                  </a:moveTo>
                  <a:lnTo>
                    <a:pt x="58698" y="113348"/>
                  </a:lnTo>
                  <a:cubicBezTo>
                    <a:pt x="59507" y="99988"/>
                    <a:pt x="63961" y="88249"/>
                    <a:pt x="71247" y="78533"/>
                  </a:cubicBezTo>
                  <a:cubicBezTo>
                    <a:pt x="78938" y="68818"/>
                    <a:pt x="92702" y="58698"/>
                    <a:pt x="112538" y="48982"/>
                  </a:cubicBezTo>
                  <a:lnTo>
                    <a:pt x="88249" y="0"/>
                  </a:lnTo>
                  <a:cubicBezTo>
                    <a:pt x="55864" y="14978"/>
                    <a:pt x="33195" y="32385"/>
                    <a:pt x="19836" y="51816"/>
                  </a:cubicBezTo>
                  <a:cubicBezTo>
                    <a:pt x="6477" y="71247"/>
                    <a:pt x="0" y="97964"/>
                    <a:pt x="0" y="131969"/>
                  </a:cubicBezTo>
                  <a:lnTo>
                    <a:pt x="0" y="223861"/>
                  </a:lnTo>
                  <a:lnTo>
                    <a:pt x="112538" y="223861"/>
                  </a:lnTo>
                  <a:lnTo>
                    <a:pt x="112538" y="112943"/>
                  </a:lnTo>
                  <a:close/>
                </a:path>
              </a:pathLst>
            </a:custGeom>
            <a:noFill/>
            <a:ln w="127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8532CA5-A4A9-9B09-4192-2D5451329B4F}"/>
                </a:ext>
              </a:extLst>
            </p:cNvPr>
            <p:cNvSpPr/>
            <p:nvPr/>
          </p:nvSpPr>
          <p:spPr>
            <a:xfrm>
              <a:off x="3033252" y="1376363"/>
              <a:ext cx="112537" cy="223861"/>
            </a:xfrm>
            <a:custGeom>
              <a:avLst/>
              <a:gdLst>
                <a:gd name="connsiteX0" fmla="*/ 112538 w 112537"/>
                <a:gd name="connsiteY0" fmla="*/ 113348 h 223861"/>
                <a:gd name="connsiteX1" fmla="*/ 58698 w 112537"/>
                <a:gd name="connsiteY1" fmla="*/ 113348 h 223861"/>
                <a:gd name="connsiteX2" fmla="*/ 71247 w 112537"/>
                <a:gd name="connsiteY2" fmla="*/ 78533 h 223861"/>
                <a:gd name="connsiteX3" fmla="*/ 112538 w 112537"/>
                <a:gd name="connsiteY3" fmla="*/ 48982 h 223861"/>
                <a:gd name="connsiteX4" fmla="*/ 88249 w 112537"/>
                <a:gd name="connsiteY4" fmla="*/ 0 h 223861"/>
                <a:gd name="connsiteX5" fmla="*/ 19836 w 112537"/>
                <a:gd name="connsiteY5" fmla="*/ 51816 h 223861"/>
                <a:gd name="connsiteX6" fmla="*/ 0 w 112537"/>
                <a:gd name="connsiteY6" fmla="*/ 131969 h 223861"/>
                <a:gd name="connsiteX7" fmla="*/ 0 w 112537"/>
                <a:gd name="connsiteY7" fmla="*/ 223861 h 223861"/>
                <a:gd name="connsiteX8" fmla="*/ 112538 w 112537"/>
                <a:gd name="connsiteY8" fmla="*/ 223861 h 223861"/>
                <a:gd name="connsiteX9" fmla="*/ 112538 w 112537"/>
                <a:gd name="connsiteY9" fmla="*/ 112943 h 223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537" h="223861">
                  <a:moveTo>
                    <a:pt x="112538" y="113348"/>
                  </a:moveTo>
                  <a:lnTo>
                    <a:pt x="58698" y="113348"/>
                  </a:lnTo>
                  <a:cubicBezTo>
                    <a:pt x="59507" y="99988"/>
                    <a:pt x="63960" y="88249"/>
                    <a:pt x="71247" y="78533"/>
                  </a:cubicBezTo>
                  <a:cubicBezTo>
                    <a:pt x="78938" y="68818"/>
                    <a:pt x="92702" y="58698"/>
                    <a:pt x="112538" y="48982"/>
                  </a:cubicBezTo>
                  <a:lnTo>
                    <a:pt x="88249" y="0"/>
                  </a:lnTo>
                  <a:cubicBezTo>
                    <a:pt x="55864" y="14978"/>
                    <a:pt x="33195" y="32385"/>
                    <a:pt x="19836" y="51816"/>
                  </a:cubicBezTo>
                  <a:cubicBezTo>
                    <a:pt x="6477" y="71247"/>
                    <a:pt x="0" y="97964"/>
                    <a:pt x="0" y="131969"/>
                  </a:cubicBezTo>
                  <a:lnTo>
                    <a:pt x="0" y="223861"/>
                  </a:lnTo>
                  <a:lnTo>
                    <a:pt x="112538" y="223861"/>
                  </a:lnTo>
                  <a:lnTo>
                    <a:pt x="112538" y="112943"/>
                  </a:lnTo>
                  <a:close/>
                </a:path>
              </a:pathLst>
            </a:custGeom>
            <a:noFill/>
            <a:ln w="12700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F52C4D10-3E44-AFA8-D80D-4D001D5812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337277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38" userDrawn="1">
          <p15:clr>
            <a:srgbClr val="FBAE40"/>
          </p15:clr>
        </p15:guide>
        <p15:guide id="2" pos="43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2C71DDE2-7218-DFE7-E71A-6C06C9C7DF0D}"/>
              </a:ext>
            </a:extLst>
          </p:cNvPr>
          <p:cNvGrpSpPr/>
          <p:nvPr userDrawn="1"/>
        </p:nvGrpSpPr>
        <p:grpSpPr>
          <a:xfrm>
            <a:off x="0" y="6350000"/>
            <a:ext cx="12192000" cy="508000"/>
            <a:chOff x="0" y="3175000"/>
            <a:chExt cx="12192000" cy="508000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2066393-1FF6-8408-692C-EAE7FF51609D}"/>
                </a:ext>
              </a:extLst>
            </p:cNvPr>
            <p:cNvSpPr/>
            <p:nvPr/>
          </p:nvSpPr>
          <p:spPr>
            <a:xfrm>
              <a:off x="0" y="3175000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122EE09-BFF5-DF0B-3611-4D4C4CFDB50C}"/>
                </a:ext>
              </a:extLst>
            </p:cNvPr>
            <p:cNvSpPr/>
            <p:nvPr/>
          </p:nvSpPr>
          <p:spPr>
            <a:xfrm>
              <a:off x="11050143" y="3175000"/>
              <a:ext cx="379729" cy="508000"/>
            </a:xfrm>
            <a:custGeom>
              <a:avLst/>
              <a:gdLst>
                <a:gd name="connsiteX0" fmla="*/ 0 w 379729"/>
                <a:gd name="connsiteY0" fmla="*/ 0 h 508000"/>
                <a:gd name="connsiteX1" fmla="*/ 179832 w 379729"/>
                <a:gd name="connsiteY1" fmla="*/ 508000 h 508000"/>
                <a:gd name="connsiteX2" fmla="*/ 379730 w 379729"/>
                <a:gd name="connsiteY2" fmla="*/ 508000 h 508000"/>
                <a:gd name="connsiteX3" fmla="*/ 177990 w 379729"/>
                <a:gd name="connsiteY3" fmla="*/ 0 h 508000"/>
                <a:gd name="connsiteX4" fmla="*/ 0 w 37972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9" h="508000">
                  <a:moveTo>
                    <a:pt x="0" y="0"/>
                  </a:moveTo>
                  <a:lnTo>
                    <a:pt x="179832" y="508000"/>
                  </a:lnTo>
                  <a:lnTo>
                    <a:pt x="379730" y="508000"/>
                  </a:lnTo>
                  <a:lnTo>
                    <a:pt x="1779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0BBCE1F-0FC9-B96C-3327-3291FED62755}"/>
                </a:ext>
              </a:extLst>
            </p:cNvPr>
            <p:cNvSpPr/>
            <p:nvPr/>
          </p:nvSpPr>
          <p:spPr>
            <a:xfrm>
              <a:off x="0" y="3175000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68B01E7-15D4-34F8-394E-A95EF0EA65FB}"/>
                </a:ext>
              </a:extLst>
            </p:cNvPr>
            <p:cNvSpPr/>
            <p:nvPr/>
          </p:nvSpPr>
          <p:spPr>
            <a:xfrm>
              <a:off x="11228133" y="3175000"/>
              <a:ext cx="404559" cy="508000"/>
            </a:xfrm>
            <a:custGeom>
              <a:avLst/>
              <a:gdLst>
                <a:gd name="connsiteX0" fmla="*/ 0 w 404559"/>
                <a:gd name="connsiteY0" fmla="*/ 0 h 508000"/>
                <a:gd name="connsiteX1" fmla="*/ 201676 w 404559"/>
                <a:gd name="connsiteY1" fmla="*/ 508000 h 508000"/>
                <a:gd name="connsiteX2" fmla="*/ 404559 w 404559"/>
                <a:gd name="connsiteY2" fmla="*/ 508000 h 508000"/>
                <a:gd name="connsiteX3" fmla="*/ 181484 w 404559"/>
                <a:gd name="connsiteY3" fmla="*/ 0 h 508000"/>
                <a:gd name="connsiteX4" fmla="*/ 0 w 40455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59" h="508000">
                  <a:moveTo>
                    <a:pt x="0" y="0"/>
                  </a:moveTo>
                  <a:lnTo>
                    <a:pt x="201676" y="508000"/>
                  </a:lnTo>
                  <a:lnTo>
                    <a:pt x="404559" y="508000"/>
                  </a:lnTo>
                  <a:cubicBezTo>
                    <a:pt x="329121" y="336169"/>
                    <a:pt x="254636" y="166624"/>
                    <a:pt x="1814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9EFB9A5-A0C6-9901-1119-218BC4107320}"/>
                </a:ext>
              </a:extLst>
            </p:cNvPr>
            <p:cNvSpPr/>
            <p:nvPr/>
          </p:nvSpPr>
          <p:spPr>
            <a:xfrm>
              <a:off x="11409616" y="3175000"/>
              <a:ext cx="782383" cy="508000"/>
            </a:xfrm>
            <a:custGeom>
              <a:avLst/>
              <a:gdLst>
                <a:gd name="connsiteX0" fmla="*/ 223076 w 782383"/>
                <a:gd name="connsiteY0" fmla="*/ 508000 h 508000"/>
                <a:gd name="connsiteX1" fmla="*/ 782383 w 782383"/>
                <a:gd name="connsiteY1" fmla="*/ 508000 h 508000"/>
                <a:gd name="connsiteX2" fmla="*/ 782383 w 782383"/>
                <a:gd name="connsiteY2" fmla="*/ 0 h 508000"/>
                <a:gd name="connsiteX3" fmla="*/ 0 w 782383"/>
                <a:gd name="connsiteY3" fmla="*/ 0 h 508000"/>
                <a:gd name="connsiteX4" fmla="*/ 223076 w 782383"/>
                <a:gd name="connsiteY4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83" h="508000">
                  <a:moveTo>
                    <a:pt x="223076" y="508000"/>
                  </a:moveTo>
                  <a:lnTo>
                    <a:pt x="782383" y="508000"/>
                  </a:lnTo>
                  <a:lnTo>
                    <a:pt x="782383" y="0"/>
                  </a:lnTo>
                  <a:lnTo>
                    <a:pt x="0" y="0"/>
                  </a:lnTo>
                  <a:cubicBezTo>
                    <a:pt x="73152" y="166624"/>
                    <a:pt x="147638" y="336169"/>
                    <a:pt x="223076" y="508000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1" y="1376363"/>
            <a:ext cx="4968873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E8B147-D2DA-F886-243E-EBCA430EB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525" y="1125538"/>
            <a:ext cx="5724525" cy="4824593"/>
          </a:xfrm>
          <a:pattFill prst="pct40">
            <a:fgClr>
              <a:schemeClr val="tx1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tIns="1116000" anchor="t" anchorCtr="0"/>
          <a:lstStyle>
            <a:lvl1pPr algn="ctr"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2A32CA7-0F2A-03AD-0FB7-80562681EE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959602" y="3361917"/>
            <a:ext cx="2955108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75E45A-2FFB-DF44-4766-7579A24238F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0442574" y="3714609"/>
            <a:ext cx="1485901" cy="764312"/>
          </a:xfrm>
        </p:spPr>
        <p:txBody>
          <a:bodyPr wrap="square">
            <a:spAutoFit/>
          </a:bodyPr>
          <a:lstStyle>
            <a:lvl1pPr>
              <a:lnSpc>
                <a:spcPts val="5000"/>
              </a:lnSpc>
              <a:spcAft>
                <a:spcPts val="0"/>
              </a:spcAft>
              <a:defRPr sz="66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0"/>
              </a:spcAft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GB"/>
              <a:t>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591D91B3-4FDC-CBC3-8E6E-45E12E073D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251215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38" userDrawn="1">
          <p15:clr>
            <a:srgbClr val="FBAE40"/>
          </p15:clr>
        </p15:guide>
        <p15:guide id="2" pos="43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and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aphic 17">
            <a:extLst>
              <a:ext uri="{FF2B5EF4-FFF2-40B4-BE49-F238E27FC236}">
                <a16:creationId xmlns:a16="http://schemas.microsoft.com/office/drawing/2014/main" id="{1E28C8EE-8BD5-8E70-A489-D35B72C1706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-1443539"/>
            <a:chExt cx="12192000" cy="6858000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845D7BD-6211-71DF-86D9-40524742D566}"/>
                </a:ext>
              </a:extLst>
            </p:cNvPr>
            <p:cNvSpPr/>
            <p:nvPr/>
          </p:nvSpPr>
          <p:spPr>
            <a:xfrm>
              <a:off x="9769347" y="-1443539"/>
              <a:ext cx="2422652" cy="6858000"/>
            </a:xfrm>
            <a:custGeom>
              <a:avLst/>
              <a:gdLst>
                <a:gd name="connsiteX0" fmla="*/ 64 w 2422652"/>
                <a:gd name="connsiteY0" fmla="*/ 2410460 h 6858000"/>
                <a:gd name="connsiteX1" fmla="*/ 11874 w 2422652"/>
                <a:gd name="connsiteY1" fmla="*/ 2561781 h 6858000"/>
                <a:gd name="connsiteX2" fmla="*/ 86741 w 2422652"/>
                <a:gd name="connsiteY2" fmla="*/ 2815844 h 6858000"/>
                <a:gd name="connsiteX3" fmla="*/ 1863344 w 2422652"/>
                <a:gd name="connsiteY3" fmla="*/ 6858000 h 6858000"/>
                <a:gd name="connsiteX4" fmla="*/ 2422652 w 2422652"/>
                <a:gd name="connsiteY4" fmla="*/ 6858000 h 6858000"/>
                <a:gd name="connsiteX5" fmla="*/ 2422652 w 2422652"/>
                <a:gd name="connsiteY5" fmla="*/ 0 h 6858000"/>
                <a:gd name="connsiteX6" fmla="*/ 2008759 w 2422652"/>
                <a:gd name="connsiteY6" fmla="*/ 0 h 6858000"/>
                <a:gd name="connsiteX7" fmla="*/ 248730 w 2422652"/>
                <a:gd name="connsiteY7" fmla="*/ 1762633 h 6858000"/>
                <a:gd name="connsiteX8" fmla="*/ 0 w 2422652"/>
                <a:gd name="connsiteY8" fmla="*/ 241046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2652" h="6858000">
                  <a:moveTo>
                    <a:pt x="64" y="2410460"/>
                  </a:moveTo>
                  <a:cubicBezTo>
                    <a:pt x="64" y="2461959"/>
                    <a:pt x="4128" y="2512505"/>
                    <a:pt x="11874" y="2561781"/>
                  </a:cubicBezTo>
                  <a:cubicBezTo>
                    <a:pt x="11874" y="2561781"/>
                    <a:pt x="31877" y="2696464"/>
                    <a:pt x="86741" y="2815844"/>
                  </a:cubicBezTo>
                  <a:cubicBezTo>
                    <a:pt x="116269" y="2880233"/>
                    <a:pt x="910971" y="4689031"/>
                    <a:pt x="1863344" y="6858000"/>
                  </a:cubicBezTo>
                  <a:lnTo>
                    <a:pt x="2422652" y="6858000"/>
                  </a:lnTo>
                  <a:lnTo>
                    <a:pt x="2422652" y="0"/>
                  </a:lnTo>
                  <a:lnTo>
                    <a:pt x="2008759" y="0"/>
                  </a:lnTo>
                  <a:lnTo>
                    <a:pt x="248730" y="1762633"/>
                  </a:lnTo>
                  <a:cubicBezTo>
                    <a:pt x="93663" y="1945577"/>
                    <a:pt x="0" y="2166811"/>
                    <a:pt x="0" y="2410460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52393D-9168-84B2-2842-09510FF2D751}"/>
                </a:ext>
              </a:extLst>
            </p:cNvPr>
            <p:cNvSpPr/>
            <p:nvPr/>
          </p:nvSpPr>
          <p:spPr>
            <a:xfrm>
              <a:off x="9745231" y="-1443539"/>
              <a:ext cx="2032875" cy="6858000"/>
            </a:xfrm>
            <a:custGeom>
              <a:avLst/>
              <a:gdLst>
                <a:gd name="connsiteX0" fmla="*/ 2032875 w 2032875"/>
                <a:gd name="connsiteY0" fmla="*/ 0 h 6858000"/>
                <a:gd name="connsiteX1" fmla="*/ 1830946 w 2032875"/>
                <a:gd name="connsiteY1" fmla="*/ 0 h 6858000"/>
                <a:gd name="connsiteX2" fmla="*/ 269226 w 2032875"/>
                <a:gd name="connsiteY2" fmla="*/ 1722057 h 6858000"/>
                <a:gd name="connsiteX3" fmla="*/ 78537 w 2032875"/>
                <a:gd name="connsiteY3" fmla="*/ 2013204 h 6858000"/>
                <a:gd name="connsiteX4" fmla="*/ 67550 w 2032875"/>
                <a:gd name="connsiteY4" fmla="*/ 2785555 h 6858000"/>
                <a:gd name="connsiteX5" fmla="*/ 1684451 w 2032875"/>
                <a:gd name="connsiteY5" fmla="*/ 6858000 h 6858000"/>
                <a:gd name="connsiteX6" fmla="*/ 1887334 w 2032875"/>
                <a:gd name="connsiteY6" fmla="*/ 6858000 h 6858000"/>
                <a:gd name="connsiteX7" fmla="*/ 110731 w 2032875"/>
                <a:gd name="connsiteY7" fmla="*/ 2815844 h 6858000"/>
                <a:gd name="connsiteX8" fmla="*/ 35864 w 2032875"/>
                <a:gd name="connsiteY8" fmla="*/ 2561781 h 6858000"/>
                <a:gd name="connsiteX9" fmla="*/ 24053 w 2032875"/>
                <a:gd name="connsiteY9" fmla="*/ 2410460 h 6858000"/>
                <a:gd name="connsiteX10" fmla="*/ 272783 w 2032875"/>
                <a:gd name="connsiteY10" fmla="*/ 1762633 h 6858000"/>
                <a:gd name="connsiteX11" fmla="*/ 2032875 w 2032875"/>
                <a:gd name="connsiteY11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2875" h="6858000">
                  <a:moveTo>
                    <a:pt x="2032875" y="0"/>
                  </a:moveTo>
                  <a:lnTo>
                    <a:pt x="1830946" y="0"/>
                  </a:lnTo>
                  <a:cubicBezTo>
                    <a:pt x="1009510" y="905891"/>
                    <a:pt x="317233" y="1669225"/>
                    <a:pt x="269226" y="1722057"/>
                  </a:cubicBezTo>
                  <a:cubicBezTo>
                    <a:pt x="147497" y="1856042"/>
                    <a:pt x="78537" y="2013204"/>
                    <a:pt x="78537" y="2013204"/>
                  </a:cubicBezTo>
                  <a:cubicBezTo>
                    <a:pt x="-91517" y="2396490"/>
                    <a:pt x="67550" y="2785555"/>
                    <a:pt x="67550" y="2785555"/>
                  </a:cubicBezTo>
                  <a:lnTo>
                    <a:pt x="1684451" y="6858000"/>
                  </a:lnTo>
                  <a:lnTo>
                    <a:pt x="1887334" y="6858000"/>
                  </a:lnTo>
                  <a:cubicBezTo>
                    <a:pt x="934897" y="4689031"/>
                    <a:pt x="140258" y="2880170"/>
                    <a:pt x="110731" y="2815844"/>
                  </a:cubicBezTo>
                  <a:cubicBezTo>
                    <a:pt x="55930" y="2696401"/>
                    <a:pt x="35864" y="2561781"/>
                    <a:pt x="35864" y="2561781"/>
                  </a:cubicBezTo>
                  <a:cubicBezTo>
                    <a:pt x="28054" y="2512505"/>
                    <a:pt x="24053" y="2461959"/>
                    <a:pt x="24053" y="2410460"/>
                  </a:cubicBezTo>
                  <a:cubicBezTo>
                    <a:pt x="24053" y="2166747"/>
                    <a:pt x="117652" y="1945577"/>
                    <a:pt x="272783" y="1762633"/>
                  </a:cubicBezTo>
                  <a:lnTo>
                    <a:pt x="2032875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EC30E45-243D-9A45-9301-649B6198B9EA}"/>
                </a:ext>
              </a:extLst>
            </p:cNvPr>
            <p:cNvSpPr/>
            <p:nvPr/>
          </p:nvSpPr>
          <p:spPr>
            <a:xfrm>
              <a:off x="9721722" y="-1443539"/>
              <a:ext cx="1854517" cy="6858000"/>
            </a:xfrm>
            <a:custGeom>
              <a:avLst/>
              <a:gdLst>
                <a:gd name="connsiteX0" fmla="*/ 292798 w 1854517"/>
                <a:gd name="connsiteY0" fmla="*/ 1722057 h 6858000"/>
                <a:gd name="connsiteX1" fmla="*/ 1854518 w 1854517"/>
                <a:gd name="connsiteY1" fmla="*/ 0 h 6858000"/>
                <a:gd name="connsiteX2" fmla="*/ 1668399 w 1854517"/>
                <a:gd name="connsiteY2" fmla="*/ 0 h 6858000"/>
                <a:gd name="connsiteX3" fmla="*/ 219710 w 1854517"/>
                <a:gd name="connsiteY3" fmla="*/ 1762189 h 6858000"/>
                <a:gd name="connsiteX4" fmla="*/ 74041 w 1854517"/>
                <a:gd name="connsiteY4" fmla="*/ 2011426 h 6858000"/>
                <a:gd name="connsiteX5" fmla="*/ 0 w 1854517"/>
                <a:gd name="connsiteY5" fmla="*/ 2410460 h 6858000"/>
                <a:gd name="connsiteX6" fmla="*/ 20320 w 1854517"/>
                <a:gd name="connsiteY6" fmla="*/ 2622868 h 6858000"/>
                <a:gd name="connsiteX7" fmla="*/ 51626 w 1854517"/>
                <a:gd name="connsiteY7" fmla="*/ 2736279 h 6858000"/>
                <a:gd name="connsiteX8" fmla="*/ 72898 w 1854517"/>
                <a:gd name="connsiteY8" fmla="*/ 2803589 h 6858000"/>
                <a:gd name="connsiteX9" fmla="*/ 1508252 w 1854517"/>
                <a:gd name="connsiteY9" fmla="*/ 6858000 h 6858000"/>
                <a:gd name="connsiteX10" fmla="*/ 1708087 w 1854517"/>
                <a:gd name="connsiteY10" fmla="*/ 6858000 h 6858000"/>
                <a:gd name="connsiteX11" fmla="*/ 91186 w 1854517"/>
                <a:gd name="connsiteY11" fmla="*/ 2785555 h 6858000"/>
                <a:gd name="connsiteX12" fmla="*/ 102109 w 1854517"/>
                <a:gd name="connsiteY12" fmla="*/ 2013204 h 6858000"/>
                <a:gd name="connsiteX13" fmla="*/ 292798 w 1854517"/>
                <a:gd name="connsiteY13" fmla="*/ 172205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4517" h="6858000">
                  <a:moveTo>
                    <a:pt x="292798" y="1722057"/>
                  </a:moveTo>
                  <a:cubicBezTo>
                    <a:pt x="340741" y="1669288"/>
                    <a:pt x="1033018" y="905891"/>
                    <a:pt x="1854518" y="0"/>
                  </a:cubicBezTo>
                  <a:lnTo>
                    <a:pt x="1668399" y="0"/>
                  </a:lnTo>
                  <a:lnTo>
                    <a:pt x="219710" y="1762189"/>
                  </a:lnTo>
                  <a:cubicBezTo>
                    <a:pt x="130873" y="1869186"/>
                    <a:pt x="74041" y="2011426"/>
                    <a:pt x="74041" y="2011426"/>
                  </a:cubicBezTo>
                  <a:cubicBezTo>
                    <a:pt x="26226" y="2135251"/>
                    <a:pt x="0" y="2269808"/>
                    <a:pt x="0" y="2410460"/>
                  </a:cubicBezTo>
                  <a:cubicBezTo>
                    <a:pt x="0" y="2483104"/>
                    <a:pt x="6985" y="2554097"/>
                    <a:pt x="20320" y="2622868"/>
                  </a:cubicBezTo>
                  <a:cubicBezTo>
                    <a:pt x="20320" y="2622868"/>
                    <a:pt x="41720" y="2707958"/>
                    <a:pt x="51626" y="2736279"/>
                  </a:cubicBezTo>
                  <a:lnTo>
                    <a:pt x="72898" y="2803589"/>
                  </a:lnTo>
                  <a:lnTo>
                    <a:pt x="1508252" y="6858000"/>
                  </a:lnTo>
                  <a:lnTo>
                    <a:pt x="1708087" y="6858000"/>
                  </a:lnTo>
                  <a:lnTo>
                    <a:pt x="91186" y="2785555"/>
                  </a:lnTo>
                  <a:cubicBezTo>
                    <a:pt x="91186" y="2785555"/>
                    <a:pt x="-67945" y="2396490"/>
                    <a:pt x="102109" y="2013204"/>
                  </a:cubicBezTo>
                  <a:cubicBezTo>
                    <a:pt x="102109" y="2013204"/>
                    <a:pt x="171006" y="1856042"/>
                    <a:pt x="292798" y="172205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97C5BCE-08BB-3E5B-C73D-A976C542107B}"/>
                </a:ext>
              </a:extLst>
            </p:cNvPr>
            <p:cNvSpPr/>
            <p:nvPr/>
          </p:nvSpPr>
          <p:spPr>
            <a:xfrm>
              <a:off x="0" y="4906461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60BF9A9-693E-2172-FD07-EFA638721981}"/>
                </a:ext>
              </a:extLst>
            </p:cNvPr>
            <p:cNvSpPr/>
            <p:nvPr/>
          </p:nvSpPr>
          <p:spPr>
            <a:xfrm>
              <a:off x="11050143" y="4906461"/>
              <a:ext cx="379729" cy="508000"/>
            </a:xfrm>
            <a:custGeom>
              <a:avLst/>
              <a:gdLst>
                <a:gd name="connsiteX0" fmla="*/ 0 w 379729"/>
                <a:gd name="connsiteY0" fmla="*/ 0 h 508000"/>
                <a:gd name="connsiteX1" fmla="*/ 179832 w 379729"/>
                <a:gd name="connsiteY1" fmla="*/ 508000 h 508000"/>
                <a:gd name="connsiteX2" fmla="*/ 379730 w 379729"/>
                <a:gd name="connsiteY2" fmla="*/ 508000 h 508000"/>
                <a:gd name="connsiteX3" fmla="*/ 177990 w 379729"/>
                <a:gd name="connsiteY3" fmla="*/ 0 h 508000"/>
                <a:gd name="connsiteX4" fmla="*/ 0 w 37972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9" h="508000">
                  <a:moveTo>
                    <a:pt x="0" y="0"/>
                  </a:moveTo>
                  <a:lnTo>
                    <a:pt x="179832" y="508000"/>
                  </a:lnTo>
                  <a:lnTo>
                    <a:pt x="379730" y="508000"/>
                  </a:lnTo>
                  <a:lnTo>
                    <a:pt x="1779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DE3DDDC-8A85-A8A3-F128-052994898441}"/>
                </a:ext>
              </a:extLst>
            </p:cNvPr>
            <p:cNvSpPr/>
            <p:nvPr/>
          </p:nvSpPr>
          <p:spPr>
            <a:xfrm>
              <a:off x="0" y="4906461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F50869E-C9D4-F447-C1B6-03E7F00C3AFD}"/>
                </a:ext>
              </a:extLst>
            </p:cNvPr>
            <p:cNvSpPr/>
            <p:nvPr/>
          </p:nvSpPr>
          <p:spPr>
            <a:xfrm>
              <a:off x="11228133" y="4906461"/>
              <a:ext cx="404559" cy="508000"/>
            </a:xfrm>
            <a:custGeom>
              <a:avLst/>
              <a:gdLst>
                <a:gd name="connsiteX0" fmla="*/ 0 w 404559"/>
                <a:gd name="connsiteY0" fmla="*/ 0 h 508000"/>
                <a:gd name="connsiteX1" fmla="*/ 201676 w 404559"/>
                <a:gd name="connsiteY1" fmla="*/ 508000 h 508000"/>
                <a:gd name="connsiteX2" fmla="*/ 404559 w 404559"/>
                <a:gd name="connsiteY2" fmla="*/ 508000 h 508000"/>
                <a:gd name="connsiteX3" fmla="*/ 181484 w 404559"/>
                <a:gd name="connsiteY3" fmla="*/ 0 h 508000"/>
                <a:gd name="connsiteX4" fmla="*/ 0 w 40455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59" h="508000">
                  <a:moveTo>
                    <a:pt x="0" y="0"/>
                  </a:moveTo>
                  <a:lnTo>
                    <a:pt x="201676" y="508000"/>
                  </a:lnTo>
                  <a:lnTo>
                    <a:pt x="404559" y="508000"/>
                  </a:lnTo>
                  <a:cubicBezTo>
                    <a:pt x="329121" y="336169"/>
                    <a:pt x="254636" y="166624"/>
                    <a:pt x="1814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23E78F4-BD15-9D34-5A38-4661CEBC53D2}"/>
                </a:ext>
              </a:extLst>
            </p:cNvPr>
            <p:cNvSpPr/>
            <p:nvPr/>
          </p:nvSpPr>
          <p:spPr>
            <a:xfrm>
              <a:off x="11409616" y="4906461"/>
              <a:ext cx="782383" cy="508000"/>
            </a:xfrm>
            <a:custGeom>
              <a:avLst/>
              <a:gdLst>
                <a:gd name="connsiteX0" fmla="*/ 223076 w 782383"/>
                <a:gd name="connsiteY0" fmla="*/ 508000 h 508000"/>
                <a:gd name="connsiteX1" fmla="*/ 782383 w 782383"/>
                <a:gd name="connsiteY1" fmla="*/ 508000 h 508000"/>
                <a:gd name="connsiteX2" fmla="*/ 782383 w 782383"/>
                <a:gd name="connsiteY2" fmla="*/ 0 h 508000"/>
                <a:gd name="connsiteX3" fmla="*/ 0 w 782383"/>
                <a:gd name="connsiteY3" fmla="*/ 0 h 508000"/>
                <a:gd name="connsiteX4" fmla="*/ 223076 w 782383"/>
                <a:gd name="connsiteY4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83" h="508000">
                  <a:moveTo>
                    <a:pt x="223076" y="508000"/>
                  </a:moveTo>
                  <a:lnTo>
                    <a:pt x="782383" y="508000"/>
                  </a:lnTo>
                  <a:lnTo>
                    <a:pt x="782383" y="0"/>
                  </a:lnTo>
                  <a:lnTo>
                    <a:pt x="0" y="0"/>
                  </a:lnTo>
                  <a:cubicBezTo>
                    <a:pt x="73152" y="166624"/>
                    <a:pt x="147638" y="336169"/>
                    <a:pt x="223076" y="508000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1" y="1376363"/>
            <a:ext cx="4968873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E8B147-D2DA-F886-243E-EBCA430EB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525" y="1125538"/>
            <a:ext cx="5724525" cy="4824593"/>
          </a:xfrm>
          <a:pattFill prst="pct40">
            <a:fgClr>
              <a:schemeClr val="tx1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tIns="1116000" anchor="t" anchorCtr="0"/>
          <a:lstStyle>
            <a:lvl1pPr algn="ctr"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2A32CA7-0F2A-03AD-0FB7-80562681EE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959602" y="3361917"/>
            <a:ext cx="2955108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75E45A-2FFB-DF44-4766-7579A24238F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0442574" y="3714609"/>
            <a:ext cx="1485901" cy="764312"/>
          </a:xfrm>
        </p:spPr>
        <p:txBody>
          <a:bodyPr wrap="square">
            <a:spAutoFit/>
          </a:bodyPr>
          <a:lstStyle>
            <a:lvl1pPr>
              <a:lnSpc>
                <a:spcPts val="5000"/>
              </a:lnSpc>
              <a:spcAft>
                <a:spcPts val="0"/>
              </a:spcAft>
              <a:defRPr sz="66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0"/>
              </a:spcAft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GB"/>
              <a:t>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591D91B3-4FDC-CBC3-8E6E-45E12E073D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368670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38" userDrawn="1">
          <p15:clr>
            <a:srgbClr val="FBAE40"/>
          </p15:clr>
        </p15:guide>
        <p15:guide id="2" pos="43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and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23">
            <a:extLst>
              <a:ext uri="{FF2B5EF4-FFF2-40B4-BE49-F238E27FC236}">
                <a16:creationId xmlns:a16="http://schemas.microsoft.com/office/drawing/2014/main" id="{933F5290-8B9A-8B53-9D35-41F392B7FEE3}"/>
              </a:ext>
            </a:extLst>
          </p:cNvPr>
          <p:cNvGrpSpPr/>
          <p:nvPr userDrawn="1"/>
        </p:nvGrpSpPr>
        <p:grpSpPr>
          <a:xfrm>
            <a:off x="0" y="6350000"/>
            <a:ext cx="12192000" cy="508000"/>
            <a:chOff x="0" y="3175000"/>
            <a:chExt cx="12192000" cy="50800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DF6152A-4C89-94F4-67A9-E60AED13FBF3}"/>
                </a:ext>
              </a:extLst>
            </p:cNvPr>
            <p:cNvSpPr/>
            <p:nvPr/>
          </p:nvSpPr>
          <p:spPr>
            <a:xfrm>
              <a:off x="0" y="3175000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21AE035-EDB6-5526-9220-20E15A587D3B}"/>
                </a:ext>
              </a:extLst>
            </p:cNvPr>
            <p:cNvSpPr/>
            <p:nvPr/>
          </p:nvSpPr>
          <p:spPr>
            <a:xfrm>
              <a:off x="11050143" y="3175000"/>
              <a:ext cx="379729" cy="508000"/>
            </a:xfrm>
            <a:custGeom>
              <a:avLst/>
              <a:gdLst>
                <a:gd name="connsiteX0" fmla="*/ 0 w 379729"/>
                <a:gd name="connsiteY0" fmla="*/ 0 h 508000"/>
                <a:gd name="connsiteX1" fmla="*/ 179832 w 379729"/>
                <a:gd name="connsiteY1" fmla="*/ 508000 h 508000"/>
                <a:gd name="connsiteX2" fmla="*/ 379730 w 379729"/>
                <a:gd name="connsiteY2" fmla="*/ 508000 h 508000"/>
                <a:gd name="connsiteX3" fmla="*/ 177990 w 379729"/>
                <a:gd name="connsiteY3" fmla="*/ 0 h 508000"/>
                <a:gd name="connsiteX4" fmla="*/ 0 w 37972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9" h="508000">
                  <a:moveTo>
                    <a:pt x="0" y="0"/>
                  </a:moveTo>
                  <a:lnTo>
                    <a:pt x="179832" y="508000"/>
                  </a:lnTo>
                  <a:lnTo>
                    <a:pt x="379730" y="508000"/>
                  </a:lnTo>
                  <a:lnTo>
                    <a:pt x="1779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D3CB56-1E6B-61B9-75F6-2CD2A7B83F76}"/>
                </a:ext>
              </a:extLst>
            </p:cNvPr>
            <p:cNvSpPr/>
            <p:nvPr/>
          </p:nvSpPr>
          <p:spPr>
            <a:xfrm>
              <a:off x="0" y="3175000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7D82259-C994-4558-F34B-700FE4238A8C}"/>
                </a:ext>
              </a:extLst>
            </p:cNvPr>
            <p:cNvSpPr/>
            <p:nvPr/>
          </p:nvSpPr>
          <p:spPr>
            <a:xfrm>
              <a:off x="11228133" y="3175000"/>
              <a:ext cx="404559" cy="508000"/>
            </a:xfrm>
            <a:custGeom>
              <a:avLst/>
              <a:gdLst>
                <a:gd name="connsiteX0" fmla="*/ 0 w 404559"/>
                <a:gd name="connsiteY0" fmla="*/ 0 h 508000"/>
                <a:gd name="connsiteX1" fmla="*/ 201676 w 404559"/>
                <a:gd name="connsiteY1" fmla="*/ 508000 h 508000"/>
                <a:gd name="connsiteX2" fmla="*/ 404559 w 404559"/>
                <a:gd name="connsiteY2" fmla="*/ 508000 h 508000"/>
                <a:gd name="connsiteX3" fmla="*/ 181484 w 404559"/>
                <a:gd name="connsiteY3" fmla="*/ 0 h 508000"/>
                <a:gd name="connsiteX4" fmla="*/ 0 w 40455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59" h="508000">
                  <a:moveTo>
                    <a:pt x="0" y="0"/>
                  </a:moveTo>
                  <a:lnTo>
                    <a:pt x="201676" y="508000"/>
                  </a:lnTo>
                  <a:lnTo>
                    <a:pt x="404559" y="508000"/>
                  </a:lnTo>
                  <a:cubicBezTo>
                    <a:pt x="329121" y="336169"/>
                    <a:pt x="254636" y="166624"/>
                    <a:pt x="1814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B6D5158-5613-5D3E-FBDE-B637CDB9DB5F}"/>
                </a:ext>
              </a:extLst>
            </p:cNvPr>
            <p:cNvSpPr/>
            <p:nvPr/>
          </p:nvSpPr>
          <p:spPr>
            <a:xfrm>
              <a:off x="11409616" y="3175000"/>
              <a:ext cx="782383" cy="508000"/>
            </a:xfrm>
            <a:custGeom>
              <a:avLst/>
              <a:gdLst>
                <a:gd name="connsiteX0" fmla="*/ 223076 w 782383"/>
                <a:gd name="connsiteY0" fmla="*/ 508000 h 508000"/>
                <a:gd name="connsiteX1" fmla="*/ 782383 w 782383"/>
                <a:gd name="connsiteY1" fmla="*/ 508000 h 508000"/>
                <a:gd name="connsiteX2" fmla="*/ 782383 w 782383"/>
                <a:gd name="connsiteY2" fmla="*/ 0 h 508000"/>
                <a:gd name="connsiteX3" fmla="*/ 0 w 782383"/>
                <a:gd name="connsiteY3" fmla="*/ 0 h 508000"/>
                <a:gd name="connsiteX4" fmla="*/ 223076 w 782383"/>
                <a:gd name="connsiteY4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83" h="508000">
                  <a:moveTo>
                    <a:pt x="223076" y="508000"/>
                  </a:moveTo>
                  <a:lnTo>
                    <a:pt x="782383" y="508000"/>
                  </a:lnTo>
                  <a:lnTo>
                    <a:pt x="782383" y="0"/>
                  </a:lnTo>
                  <a:lnTo>
                    <a:pt x="0" y="0"/>
                  </a:lnTo>
                  <a:cubicBezTo>
                    <a:pt x="73152" y="166624"/>
                    <a:pt x="147638" y="336169"/>
                    <a:pt x="223076" y="508000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376363"/>
            <a:ext cx="5724526" cy="769441"/>
          </a:xfrm>
        </p:spPr>
        <p:txBody>
          <a:bodyPr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C3510F-9F59-8654-0E04-71D138DEAF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63525" y="3429000"/>
            <a:ext cx="5724526" cy="2916238"/>
          </a:xfrm>
        </p:spPr>
        <p:txBody>
          <a:bodyPr numCol="2" spcCol="21600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E8B147-D2DA-F886-243E-EBCA430EB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68001" y="1125538"/>
            <a:ext cx="4960473" cy="2283096"/>
          </a:xfrm>
          <a:pattFill prst="pct40">
            <a:fgClr>
              <a:schemeClr val="tx1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 tIns="432000" anchor="t" anchorCtr="0"/>
          <a:lstStyle>
            <a:lvl1pPr algn="ctr">
              <a:defRPr b="1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5AA439-6192-D47C-2134-29CCC694C4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601" y="3646087"/>
            <a:ext cx="2379099" cy="908451"/>
          </a:xfrm>
          <a:solidFill>
            <a:schemeClr val="accent3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800" b="0" i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C8017D0-06D9-6D22-B305-0E84273FF2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1" y="4787972"/>
            <a:ext cx="2379099" cy="908451"/>
          </a:xfrm>
          <a:solidFill>
            <a:schemeClr val="accent2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accent3"/>
                </a:solidFill>
                <a:latin typeface="+mn-lt"/>
              </a:defRPr>
            </a:lvl1pPr>
            <a:lvl2pPr>
              <a:defRPr sz="800" b="0" i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EDFCE31-DAB3-7D18-1D33-B4B96DC752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9376" y="4787972"/>
            <a:ext cx="2379099" cy="908451"/>
          </a:xfrm>
          <a:solidFill>
            <a:schemeClr val="accent3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tx1"/>
                </a:solidFill>
                <a:latin typeface="+mn-lt"/>
              </a:defRPr>
            </a:lvl1pPr>
            <a:lvl2pPr>
              <a:defRPr sz="800" b="0" i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E3D2A03-4008-C495-3746-4D7D500063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49375" y="3646087"/>
            <a:ext cx="2379099" cy="908451"/>
          </a:xfrm>
          <a:solidFill>
            <a:schemeClr val="accent2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accent3"/>
                </a:solidFill>
                <a:latin typeface="+mn-lt"/>
              </a:defRPr>
            </a:lvl1pPr>
            <a:lvl2pPr>
              <a:defRPr sz="800" b="0" i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CF2EF79-8ADA-716D-C843-89E14496899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42221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38" userDrawn="1">
          <p15:clr>
            <a:srgbClr val="FBAE40"/>
          </p15:clr>
        </p15:guide>
        <p15:guide id="2" pos="438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, stats and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17">
            <a:extLst>
              <a:ext uri="{FF2B5EF4-FFF2-40B4-BE49-F238E27FC236}">
                <a16:creationId xmlns:a16="http://schemas.microsoft.com/office/drawing/2014/main" id="{9F3B580E-75B1-FF66-2ECA-B8B07648C56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-1443539"/>
            <a:chExt cx="12192000" cy="68580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0B7EDCB-2F2B-4C49-FFAC-58C6802509EF}"/>
                </a:ext>
              </a:extLst>
            </p:cNvPr>
            <p:cNvSpPr/>
            <p:nvPr/>
          </p:nvSpPr>
          <p:spPr>
            <a:xfrm>
              <a:off x="9769347" y="-1443539"/>
              <a:ext cx="2422652" cy="6858000"/>
            </a:xfrm>
            <a:custGeom>
              <a:avLst/>
              <a:gdLst>
                <a:gd name="connsiteX0" fmla="*/ 64 w 2422652"/>
                <a:gd name="connsiteY0" fmla="*/ 2410460 h 6858000"/>
                <a:gd name="connsiteX1" fmla="*/ 11874 w 2422652"/>
                <a:gd name="connsiteY1" fmla="*/ 2561781 h 6858000"/>
                <a:gd name="connsiteX2" fmla="*/ 86741 w 2422652"/>
                <a:gd name="connsiteY2" fmla="*/ 2815844 h 6858000"/>
                <a:gd name="connsiteX3" fmla="*/ 1863344 w 2422652"/>
                <a:gd name="connsiteY3" fmla="*/ 6858000 h 6858000"/>
                <a:gd name="connsiteX4" fmla="*/ 2422652 w 2422652"/>
                <a:gd name="connsiteY4" fmla="*/ 6858000 h 6858000"/>
                <a:gd name="connsiteX5" fmla="*/ 2422652 w 2422652"/>
                <a:gd name="connsiteY5" fmla="*/ 0 h 6858000"/>
                <a:gd name="connsiteX6" fmla="*/ 2008759 w 2422652"/>
                <a:gd name="connsiteY6" fmla="*/ 0 h 6858000"/>
                <a:gd name="connsiteX7" fmla="*/ 248730 w 2422652"/>
                <a:gd name="connsiteY7" fmla="*/ 1762633 h 6858000"/>
                <a:gd name="connsiteX8" fmla="*/ 0 w 2422652"/>
                <a:gd name="connsiteY8" fmla="*/ 241046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2652" h="6858000">
                  <a:moveTo>
                    <a:pt x="64" y="2410460"/>
                  </a:moveTo>
                  <a:cubicBezTo>
                    <a:pt x="64" y="2461959"/>
                    <a:pt x="4128" y="2512505"/>
                    <a:pt x="11874" y="2561781"/>
                  </a:cubicBezTo>
                  <a:cubicBezTo>
                    <a:pt x="11874" y="2561781"/>
                    <a:pt x="31877" y="2696464"/>
                    <a:pt x="86741" y="2815844"/>
                  </a:cubicBezTo>
                  <a:cubicBezTo>
                    <a:pt x="116269" y="2880233"/>
                    <a:pt x="910971" y="4689031"/>
                    <a:pt x="1863344" y="6858000"/>
                  </a:cubicBezTo>
                  <a:lnTo>
                    <a:pt x="2422652" y="6858000"/>
                  </a:lnTo>
                  <a:lnTo>
                    <a:pt x="2422652" y="0"/>
                  </a:lnTo>
                  <a:lnTo>
                    <a:pt x="2008759" y="0"/>
                  </a:lnTo>
                  <a:lnTo>
                    <a:pt x="248730" y="1762633"/>
                  </a:lnTo>
                  <a:cubicBezTo>
                    <a:pt x="93663" y="1945577"/>
                    <a:pt x="0" y="2166811"/>
                    <a:pt x="0" y="2410460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F0A0752-A6B4-43E3-A91F-6E1EED5A88AC}"/>
                </a:ext>
              </a:extLst>
            </p:cNvPr>
            <p:cNvSpPr/>
            <p:nvPr/>
          </p:nvSpPr>
          <p:spPr>
            <a:xfrm>
              <a:off x="9745231" y="-1443539"/>
              <a:ext cx="2032875" cy="6858000"/>
            </a:xfrm>
            <a:custGeom>
              <a:avLst/>
              <a:gdLst>
                <a:gd name="connsiteX0" fmla="*/ 2032875 w 2032875"/>
                <a:gd name="connsiteY0" fmla="*/ 0 h 6858000"/>
                <a:gd name="connsiteX1" fmla="*/ 1830946 w 2032875"/>
                <a:gd name="connsiteY1" fmla="*/ 0 h 6858000"/>
                <a:gd name="connsiteX2" fmla="*/ 269226 w 2032875"/>
                <a:gd name="connsiteY2" fmla="*/ 1722057 h 6858000"/>
                <a:gd name="connsiteX3" fmla="*/ 78537 w 2032875"/>
                <a:gd name="connsiteY3" fmla="*/ 2013204 h 6858000"/>
                <a:gd name="connsiteX4" fmla="*/ 67550 w 2032875"/>
                <a:gd name="connsiteY4" fmla="*/ 2785555 h 6858000"/>
                <a:gd name="connsiteX5" fmla="*/ 1684451 w 2032875"/>
                <a:gd name="connsiteY5" fmla="*/ 6858000 h 6858000"/>
                <a:gd name="connsiteX6" fmla="*/ 1887334 w 2032875"/>
                <a:gd name="connsiteY6" fmla="*/ 6858000 h 6858000"/>
                <a:gd name="connsiteX7" fmla="*/ 110731 w 2032875"/>
                <a:gd name="connsiteY7" fmla="*/ 2815844 h 6858000"/>
                <a:gd name="connsiteX8" fmla="*/ 35864 w 2032875"/>
                <a:gd name="connsiteY8" fmla="*/ 2561781 h 6858000"/>
                <a:gd name="connsiteX9" fmla="*/ 24053 w 2032875"/>
                <a:gd name="connsiteY9" fmla="*/ 2410460 h 6858000"/>
                <a:gd name="connsiteX10" fmla="*/ 272783 w 2032875"/>
                <a:gd name="connsiteY10" fmla="*/ 1762633 h 6858000"/>
                <a:gd name="connsiteX11" fmla="*/ 2032875 w 2032875"/>
                <a:gd name="connsiteY11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2875" h="6858000">
                  <a:moveTo>
                    <a:pt x="2032875" y="0"/>
                  </a:moveTo>
                  <a:lnTo>
                    <a:pt x="1830946" y="0"/>
                  </a:lnTo>
                  <a:cubicBezTo>
                    <a:pt x="1009510" y="905891"/>
                    <a:pt x="317233" y="1669225"/>
                    <a:pt x="269226" y="1722057"/>
                  </a:cubicBezTo>
                  <a:cubicBezTo>
                    <a:pt x="147497" y="1856042"/>
                    <a:pt x="78537" y="2013204"/>
                    <a:pt x="78537" y="2013204"/>
                  </a:cubicBezTo>
                  <a:cubicBezTo>
                    <a:pt x="-91517" y="2396490"/>
                    <a:pt x="67550" y="2785555"/>
                    <a:pt x="67550" y="2785555"/>
                  </a:cubicBezTo>
                  <a:lnTo>
                    <a:pt x="1684451" y="6858000"/>
                  </a:lnTo>
                  <a:lnTo>
                    <a:pt x="1887334" y="6858000"/>
                  </a:lnTo>
                  <a:cubicBezTo>
                    <a:pt x="934897" y="4689031"/>
                    <a:pt x="140258" y="2880170"/>
                    <a:pt x="110731" y="2815844"/>
                  </a:cubicBezTo>
                  <a:cubicBezTo>
                    <a:pt x="55930" y="2696401"/>
                    <a:pt x="35864" y="2561781"/>
                    <a:pt x="35864" y="2561781"/>
                  </a:cubicBezTo>
                  <a:cubicBezTo>
                    <a:pt x="28054" y="2512505"/>
                    <a:pt x="24053" y="2461959"/>
                    <a:pt x="24053" y="2410460"/>
                  </a:cubicBezTo>
                  <a:cubicBezTo>
                    <a:pt x="24053" y="2166747"/>
                    <a:pt x="117652" y="1945577"/>
                    <a:pt x="272783" y="1762633"/>
                  </a:cubicBezTo>
                  <a:lnTo>
                    <a:pt x="2032875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355E15-075B-03E6-CF7D-9DF04393ABA5}"/>
                </a:ext>
              </a:extLst>
            </p:cNvPr>
            <p:cNvSpPr/>
            <p:nvPr/>
          </p:nvSpPr>
          <p:spPr>
            <a:xfrm>
              <a:off x="9721722" y="-1443539"/>
              <a:ext cx="1854517" cy="6858000"/>
            </a:xfrm>
            <a:custGeom>
              <a:avLst/>
              <a:gdLst>
                <a:gd name="connsiteX0" fmla="*/ 292798 w 1854517"/>
                <a:gd name="connsiteY0" fmla="*/ 1722057 h 6858000"/>
                <a:gd name="connsiteX1" fmla="*/ 1854518 w 1854517"/>
                <a:gd name="connsiteY1" fmla="*/ 0 h 6858000"/>
                <a:gd name="connsiteX2" fmla="*/ 1668399 w 1854517"/>
                <a:gd name="connsiteY2" fmla="*/ 0 h 6858000"/>
                <a:gd name="connsiteX3" fmla="*/ 219710 w 1854517"/>
                <a:gd name="connsiteY3" fmla="*/ 1762189 h 6858000"/>
                <a:gd name="connsiteX4" fmla="*/ 74041 w 1854517"/>
                <a:gd name="connsiteY4" fmla="*/ 2011426 h 6858000"/>
                <a:gd name="connsiteX5" fmla="*/ 0 w 1854517"/>
                <a:gd name="connsiteY5" fmla="*/ 2410460 h 6858000"/>
                <a:gd name="connsiteX6" fmla="*/ 20320 w 1854517"/>
                <a:gd name="connsiteY6" fmla="*/ 2622868 h 6858000"/>
                <a:gd name="connsiteX7" fmla="*/ 51626 w 1854517"/>
                <a:gd name="connsiteY7" fmla="*/ 2736279 h 6858000"/>
                <a:gd name="connsiteX8" fmla="*/ 72898 w 1854517"/>
                <a:gd name="connsiteY8" fmla="*/ 2803589 h 6858000"/>
                <a:gd name="connsiteX9" fmla="*/ 1508252 w 1854517"/>
                <a:gd name="connsiteY9" fmla="*/ 6858000 h 6858000"/>
                <a:gd name="connsiteX10" fmla="*/ 1708087 w 1854517"/>
                <a:gd name="connsiteY10" fmla="*/ 6858000 h 6858000"/>
                <a:gd name="connsiteX11" fmla="*/ 91186 w 1854517"/>
                <a:gd name="connsiteY11" fmla="*/ 2785555 h 6858000"/>
                <a:gd name="connsiteX12" fmla="*/ 102109 w 1854517"/>
                <a:gd name="connsiteY12" fmla="*/ 2013204 h 6858000"/>
                <a:gd name="connsiteX13" fmla="*/ 292798 w 1854517"/>
                <a:gd name="connsiteY13" fmla="*/ 172205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4517" h="6858000">
                  <a:moveTo>
                    <a:pt x="292798" y="1722057"/>
                  </a:moveTo>
                  <a:cubicBezTo>
                    <a:pt x="340741" y="1669288"/>
                    <a:pt x="1033018" y="905891"/>
                    <a:pt x="1854518" y="0"/>
                  </a:cubicBezTo>
                  <a:lnTo>
                    <a:pt x="1668399" y="0"/>
                  </a:lnTo>
                  <a:lnTo>
                    <a:pt x="219710" y="1762189"/>
                  </a:lnTo>
                  <a:cubicBezTo>
                    <a:pt x="130873" y="1869186"/>
                    <a:pt x="74041" y="2011426"/>
                    <a:pt x="74041" y="2011426"/>
                  </a:cubicBezTo>
                  <a:cubicBezTo>
                    <a:pt x="26226" y="2135251"/>
                    <a:pt x="0" y="2269808"/>
                    <a:pt x="0" y="2410460"/>
                  </a:cubicBezTo>
                  <a:cubicBezTo>
                    <a:pt x="0" y="2483104"/>
                    <a:pt x="6985" y="2554097"/>
                    <a:pt x="20320" y="2622868"/>
                  </a:cubicBezTo>
                  <a:cubicBezTo>
                    <a:pt x="20320" y="2622868"/>
                    <a:pt x="41720" y="2707958"/>
                    <a:pt x="51626" y="2736279"/>
                  </a:cubicBezTo>
                  <a:lnTo>
                    <a:pt x="72898" y="2803589"/>
                  </a:lnTo>
                  <a:lnTo>
                    <a:pt x="1508252" y="6858000"/>
                  </a:lnTo>
                  <a:lnTo>
                    <a:pt x="1708087" y="6858000"/>
                  </a:lnTo>
                  <a:lnTo>
                    <a:pt x="91186" y="2785555"/>
                  </a:lnTo>
                  <a:cubicBezTo>
                    <a:pt x="91186" y="2785555"/>
                    <a:pt x="-67945" y="2396490"/>
                    <a:pt x="102109" y="2013204"/>
                  </a:cubicBezTo>
                  <a:cubicBezTo>
                    <a:pt x="102109" y="2013204"/>
                    <a:pt x="171006" y="1856042"/>
                    <a:pt x="292798" y="172205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BC10211-4E3D-CF2E-1674-06FF1EC4EC35}"/>
                </a:ext>
              </a:extLst>
            </p:cNvPr>
            <p:cNvSpPr/>
            <p:nvPr/>
          </p:nvSpPr>
          <p:spPr>
            <a:xfrm>
              <a:off x="0" y="4906461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4F2CC0F-C0AC-5799-CFE7-10F705BE9EF6}"/>
                </a:ext>
              </a:extLst>
            </p:cNvPr>
            <p:cNvSpPr/>
            <p:nvPr/>
          </p:nvSpPr>
          <p:spPr>
            <a:xfrm>
              <a:off x="11050143" y="4906461"/>
              <a:ext cx="379729" cy="508000"/>
            </a:xfrm>
            <a:custGeom>
              <a:avLst/>
              <a:gdLst>
                <a:gd name="connsiteX0" fmla="*/ 0 w 379729"/>
                <a:gd name="connsiteY0" fmla="*/ 0 h 508000"/>
                <a:gd name="connsiteX1" fmla="*/ 179832 w 379729"/>
                <a:gd name="connsiteY1" fmla="*/ 508000 h 508000"/>
                <a:gd name="connsiteX2" fmla="*/ 379730 w 379729"/>
                <a:gd name="connsiteY2" fmla="*/ 508000 h 508000"/>
                <a:gd name="connsiteX3" fmla="*/ 177990 w 379729"/>
                <a:gd name="connsiteY3" fmla="*/ 0 h 508000"/>
                <a:gd name="connsiteX4" fmla="*/ 0 w 37972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9" h="508000">
                  <a:moveTo>
                    <a:pt x="0" y="0"/>
                  </a:moveTo>
                  <a:lnTo>
                    <a:pt x="179832" y="508000"/>
                  </a:lnTo>
                  <a:lnTo>
                    <a:pt x="379730" y="508000"/>
                  </a:lnTo>
                  <a:lnTo>
                    <a:pt x="1779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11F7012-DACE-0CEF-1394-D2E502E37462}"/>
                </a:ext>
              </a:extLst>
            </p:cNvPr>
            <p:cNvSpPr/>
            <p:nvPr/>
          </p:nvSpPr>
          <p:spPr>
            <a:xfrm>
              <a:off x="0" y="4906461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B18D85-C773-F5D9-5E4C-3848C5B988CC}"/>
                </a:ext>
              </a:extLst>
            </p:cNvPr>
            <p:cNvSpPr/>
            <p:nvPr/>
          </p:nvSpPr>
          <p:spPr>
            <a:xfrm>
              <a:off x="11228133" y="4906461"/>
              <a:ext cx="404559" cy="508000"/>
            </a:xfrm>
            <a:custGeom>
              <a:avLst/>
              <a:gdLst>
                <a:gd name="connsiteX0" fmla="*/ 0 w 404559"/>
                <a:gd name="connsiteY0" fmla="*/ 0 h 508000"/>
                <a:gd name="connsiteX1" fmla="*/ 201676 w 404559"/>
                <a:gd name="connsiteY1" fmla="*/ 508000 h 508000"/>
                <a:gd name="connsiteX2" fmla="*/ 404559 w 404559"/>
                <a:gd name="connsiteY2" fmla="*/ 508000 h 508000"/>
                <a:gd name="connsiteX3" fmla="*/ 181484 w 404559"/>
                <a:gd name="connsiteY3" fmla="*/ 0 h 508000"/>
                <a:gd name="connsiteX4" fmla="*/ 0 w 40455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59" h="508000">
                  <a:moveTo>
                    <a:pt x="0" y="0"/>
                  </a:moveTo>
                  <a:lnTo>
                    <a:pt x="201676" y="508000"/>
                  </a:lnTo>
                  <a:lnTo>
                    <a:pt x="404559" y="508000"/>
                  </a:lnTo>
                  <a:cubicBezTo>
                    <a:pt x="329121" y="336169"/>
                    <a:pt x="254636" y="166624"/>
                    <a:pt x="1814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E430FC7-3099-51AD-5046-852A1D00FD2F}"/>
                </a:ext>
              </a:extLst>
            </p:cNvPr>
            <p:cNvSpPr/>
            <p:nvPr/>
          </p:nvSpPr>
          <p:spPr>
            <a:xfrm>
              <a:off x="11409616" y="4906461"/>
              <a:ext cx="782383" cy="508000"/>
            </a:xfrm>
            <a:custGeom>
              <a:avLst/>
              <a:gdLst>
                <a:gd name="connsiteX0" fmla="*/ 223076 w 782383"/>
                <a:gd name="connsiteY0" fmla="*/ 508000 h 508000"/>
                <a:gd name="connsiteX1" fmla="*/ 782383 w 782383"/>
                <a:gd name="connsiteY1" fmla="*/ 508000 h 508000"/>
                <a:gd name="connsiteX2" fmla="*/ 782383 w 782383"/>
                <a:gd name="connsiteY2" fmla="*/ 0 h 508000"/>
                <a:gd name="connsiteX3" fmla="*/ 0 w 782383"/>
                <a:gd name="connsiteY3" fmla="*/ 0 h 508000"/>
                <a:gd name="connsiteX4" fmla="*/ 223076 w 782383"/>
                <a:gd name="connsiteY4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83" h="508000">
                  <a:moveTo>
                    <a:pt x="223076" y="508000"/>
                  </a:moveTo>
                  <a:lnTo>
                    <a:pt x="782383" y="508000"/>
                  </a:lnTo>
                  <a:lnTo>
                    <a:pt x="782383" y="0"/>
                  </a:lnTo>
                  <a:lnTo>
                    <a:pt x="0" y="0"/>
                  </a:lnTo>
                  <a:cubicBezTo>
                    <a:pt x="73152" y="166624"/>
                    <a:pt x="147638" y="336169"/>
                    <a:pt x="223076" y="508000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376363"/>
            <a:ext cx="5724526" cy="769441"/>
          </a:xfrm>
        </p:spPr>
        <p:txBody>
          <a:bodyPr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C3510F-9F59-8654-0E04-71D138DEAF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63525" y="3429000"/>
            <a:ext cx="5724526" cy="2916238"/>
          </a:xfrm>
        </p:spPr>
        <p:txBody>
          <a:bodyPr numCol="2" spcCol="21600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E8B147-D2DA-F886-243E-EBCA430EB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68001" y="1125538"/>
            <a:ext cx="4960473" cy="2283096"/>
          </a:xfrm>
          <a:pattFill prst="pct40">
            <a:fgClr>
              <a:schemeClr val="tx1">
                <a:lumMod val="60000"/>
                <a:lumOff val="40000"/>
              </a:schemeClr>
            </a:fgClr>
            <a:bgClr>
              <a:schemeClr val="bg1"/>
            </a:bgClr>
          </a:pattFill>
        </p:spPr>
        <p:txBody>
          <a:bodyPr tIns="432000" anchor="t" anchorCtr="0"/>
          <a:lstStyle>
            <a:lvl1pPr algn="ctr">
              <a:defRPr b="1" i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5AA439-6192-D47C-2134-29CCC694C4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601" y="3646087"/>
            <a:ext cx="2379099" cy="908451"/>
          </a:xfrm>
          <a:solidFill>
            <a:schemeClr val="accent3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tx1"/>
                </a:solidFill>
                <a:latin typeface="+mn-lt"/>
              </a:defRPr>
            </a:lvl1pPr>
            <a:lvl2pPr>
              <a:defRPr sz="800" b="0" i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C8017D0-06D9-6D22-B305-0E84273FF2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1" y="4787972"/>
            <a:ext cx="2379099" cy="908451"/>
          </a:xfrm>
          <a:solidFill>
            <a:schemeClr val="accent2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accent3"/>
                </a:solidFill>
                <a:latin typeface="+mn-lt"/>
              </a:defRPr>
            </a:lvl1pPr>
            <a:lvl2pPr>
              <a:defRPr sz="800" b="0" i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EDFCE31-DAB3-7D18-1D33-B4B96DC752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9376" y="4787972"/>
            <a:ext cx="2379099" cy="908451"/>
          </a:xfrm>
          <a:solidFill>
            <a:schemeClr val="accent3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tx1"/>
                </a:solidFill>
                <a:latin typeface="+mn-lt"/>
              </a:defRPr>
            </a:lvl1pPr>
            <a:lvl2pPr>
              <a:defRPr sz="800" b="0" i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E3D2A03-4008-C495-3746-4D7D500063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49375" y="3646087"/>
            <a:ext cx="2379099" cy="908451"/>
          </a:xfrm>
          <a:solidFill>
            <a:schemeClr val="accent2"/>
          </a:solidFill>
        </p:spPr>
        <p:txBody>
          <a:bodyPr wrap="square" lIns="972000" tIns="180000" bIns="108000" anchor="ctr" anchorCtr="0">
            <a:noAutofit/>
          </a:bodyPr>
          <a:lstStyle>
            <a:lvl1pPr>
              <a:lnSpc>
                <a:spcPts val="2500"/>
              </a:lnSpc>
              <a:spcAft>
                <a:spcPts val="0"/>
              </a:spcAft>
              <a:defRPr sz="3500" b="0" i="0">
                <a:solidFill>
                  <a:schemeClr val="accent3"/>
                </a:solidFill>
                <a:latin typeface="+mn-lt"/>
              </a:defRPr>
            </a:lvl1pPr>
            <a:lvl2pPr>
              <a:defRPr sz="800" b="0" i="0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GB"/>
              <a:t>##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CF2EF79-8ADA-716D-C843-89E14496899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48824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38" userDrawn="1">
          <p15:clr>
            <a:srgbClr val="FBAE40"/>
          </p15:clr>
        </p15:guide>
        <p15:guide id="2" pos="438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23">
            <a:extLst>
              <a:ext uri="{FF2B5EF4-FFF2-40B4-BE49-F238E27FC236}">
                <a16:creationId xmlns:a16="http://schemas.microsoft.com/office/drawing/2014/main" id="{933F5290-8B9A-8B53-9D35-41F392B7FEE3}"/>
              </a:ext>
            </a:extLst>
          </p:cNvPr>
          <p:cNvGrpSpPr/>
          <p:nvPr userDrawn="1"/>
        </p:nvGrpSpPr>
        <p:grpSpPr>
          <a:xfrm>
            <a:off x="0" y="6350000"/>
            <a:ext cx="12192000" cy="508000"/>
            <a:chOff x="0" y="3175000"/>
            <a:chExt cx="12192000" cy="508000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DF6152A-4C89-94F4-67A9-E60AED13FBF3}"/>
                </a:ext>
              </a:extLst>
            </p:cNvPr>
            <p:cNvSpPr/>
            <p:nvPr/>
          </p:nvSpPr>
          <p:spPr>
            <a:xfrm>
              <a:off x="0" y="3175000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21AE035-EDB6-5526-9220-20E15A587D3B}"/>
                </a:ext>
              </a:extLst>
            </p:cNvPr>
            <p:cNvSpPr/>
            <p:nvPr/>
          </p:nvSpPr>
          <p:spPr>
            <a:xfrm>
              <a:off x="11050143" y="3175000"/>
              <a:ext cx="379729" cy="508000"/>
            </a:xfrm>
            <a:custGeom>
              <a:avLst/>
              <a:gdLst>
                <a:gd name="connsiteX0" fmla="*/ 0 w 379729"/>
                <a:gd name="connsiteY0" fmla="*/ 0 h 508000"/>
                <a:gd name="connsiteX1" fmla="*/ 179832 w 379729"/>
                <a:gd name="connsiteY1" fmla="*/ 508000 h 508000"/>
                <a:gd name="connsiteX2" fmla="*/ 379730 w 379729"/>
                <a:gd name="connsiteY2" fmla="*/ 508000 h 508000"/>
                <a:gd name="connsiteX3" fmla="*/ 177990 w 379729"/>
                <a:gd name="connsiteY3" fmla="*/ 0 h 508000"/>
                <a:gd name="connsiteX4" fmla="*/ 0 w 37972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9" h="508000">
                  <a:moveTo>
                    <a:pt x="0" y="0"/>
                  </a:moveTo>
                  <a:lnTo>
                    <a:pt x="179832" y="508000"/>
                  </a:lnTo>
                  <a:lnTo>
                    <a:pt x="379730" y="508000"/>
                  </a:lnTo>
                  <a:lnTo>
                    <a:pt x="1779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D3CB56-1E6B-61B9-75F6-2CD2A7B83F76}"/>
                </a:ext>
              </a:extLst>
            </p:cNvPr>
            <p:cNvSpPr/>
            <p:nvPr/>
          </p:nvSpPr>
          <p:spPr>
            <a:xfrm>
              <a:off x="0" y="3175000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7D82259-C994-4558-F34B-700FE4238A8C}"/>
                </a:ext>
              </a:extLst>
            </p:cNvPr>
            <p:cNvSpPr/>
            <p:nvPr/>
          </p:nvSpPr>
          <p:spPr>
            <a:xfrm>
              <a:off x="11228133" y="3175000"/>
              <a:ext cx="404559" cy="508000"/>
            </a:xfrm>
            <a:custGeom>
              <a:avLst/>
              <a:gdLst>
                <a:gd name="connsiteX0" fmla="*/ 0 w 404559"/>
                <a:gd name="connsiteY0" fmla="*/ 0 h 508000"/>
                <a:gd name="connsiteX1" fmla="*/ 201676 w 404559"/>
                <a:gd name="connsiteY1" fmla="*/ 508000 h 508000"/>
                <a:gd name="connsiteX2" fmla="*/ 404559 w 404559"/>
                <a:gd name="connsiteY2" fmla="*/ 508000 h 508000"/>
                <a:gd name="connsiteX3" fmla="*/ 181484 w 404559"/>
                <a:gd name="connsiteY3" fmla="*/ 0 h 508000"/>
                <a:gd name="connsiteX4" fmla="*/ 0 w 40455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59" h="508000">
                  <a:moveTo>
                    <a:pt x="0" y="0"/>
                  </a:moveTo>
                  <a:lnTo>
                    <a:pt x="201676" y="508000"/>
                  </a:lnTo>
                  <a:lnTo>
                    <a:pt x="404559" y="508000"/>
                  </a:lnTo>
                  <a:cubicBezTo>
                    <a:pt x="329121" y="336169"/>
                    <a:pt x="254636" y="166624"/>
                    <a:pt x="1814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B6D5158-5613-5D3E-FBDE-B637CDB9DB5F}"/>
                </a:ext>
              </a:extLst>
            </p:cNvPr>
            <p:cNvSpPr/>
            <p:nvPr/>
          </p:nvSpPr>
          <p:spPr>
            <a:xfrm>
              <a:off x="11409616" y="3175000"/>
              <a:ext cx="782383" cy="508000"/>
            </a:xfrm>
            <a:custGeom>
              <a:avLst/>
              <a:gdLst>
                <a:gd name="connsiteX0" fmla="*/ 223076 w 782383"/>
                <a:gd name="connsiteY0" fmla="*/ 508000 h 508000"/>
                <a:gd name="connsiteX1" fmla="*/ 782383 w 782383"/>
                <a:gd name="connsiteY1" fmla="*/ 508000 h 508000"/>
                <a:gd name="connsiteX2" fmla="*/ 782383 w 782383"/>
                <a:gd name="connsiteY2" fmla="*/ 0 h 508000"/>
                <a:gd name="connsiteX3" fmla="*/ 0 w 782383"/>
                <a:gd name="connsiteY3" fmla="*/ 0 h 508000"/>
                <a:gd name="connsiteX4" fmla="*/ 223076 w 782383"/>
                <a:gd name="connsiteY4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83" h="508000">
                  <a:moveTo>
                    <a:pt x="223076" y="508000"/>
                  </a:moveTo>
                  <a:lnTo>
                    <a:pt x="782383" y="508000"/>
                  </a:lnTo>
                  <a:lnTo>
                    <a:pt x="782383" y="0"/>
                  </a:lnTo>
                  <a:lnTo>
                    <a:pt x="0" y="0"/>
                  </a:lnTo>
                  <a:cubicBezTo>
                    <a:pt x="73152" y="166624"/>
                    <a:pt x="147638" y="336169"/>
                    <a:pt x="223076" y="508000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376363"/>
            <a:ext cx="4238625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CF2EF79-8ADA-716D-C843-89E14496899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1" name="Chart Placeholder 8">
            <a:extLst>
              <a:ext uri="{FF2B5EF4-FFF2-40B4-BE49-F238E27FC236}">
                <a16:creationId xmlns:a16="http://schemas.microsoft.com/office/drawing/2014/main" id="{843A3325-3E7D-97D3-7BA0-8AB5FBCF843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03949" y="1376363"/>
            <a:ext cx="2752725" cy="2023054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0EBDD43-351C-1243-91EC-C46DAD5F908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03948" y="1125538"/>
            <a:ext cx="2752727" cy="123111"/>
          </a:xfrm>
        </p:spPr>
        <p:txBody>
          <a:bodyPr wrap="square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2AE444F-CBBF-552C-C4DF-296EA03B153E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9177606" y="1125538"/>
            <a:ext cx="2752727" cy="123111"/>
          </a:xfrm>
        </p:spPr>
        <p:txBody>
          <a:bodyPr wrap="square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98A9C8-EFB3-2EA5-1D5E-AB367B913E0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203948" y="3987685"/>
            <a:ext cx="2752727" cy="123111"/>
          </a:xfrm>
        </p:spPr>
        <p:txBody>
          <a:bodyPr wrap="square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9315C4C-32BE-E83C-FE30-192B087B331D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263525" y="2862383"/>
            <a:ext cx="2447402" cy="3151142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EB77421-1D5E-848E-5FBA-0F382443E2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32661" y="3631431"/>
            <a:ext cx="1509130" cy="1509133"/>
          </a:xfrm>
        </p:spPr>
        <p:txBody>
          <a:bodyPr anchor="ctr" anchorCtr="0"/>
          <a:lstStyle>
            <a:lvl1pPr algn="ctr"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0E8B9D-5A72-C87B-B27E-F6C33B13E1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35326" y="3727138"/>
            <a:ext cx="1746577" cy="1477328"/>
          </a:xfrm>
        </p:spPr>
        <p:txBody>
          <a:bodyPr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3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 with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17">
            <a:extLst>
              <a:ext uri="{FF2B5EF4-FFF2-40B4-BE49-F238E27FC236}">
                <a16:creationId xmlns:a16="http://schemas.microsoft.com/office/drawing/2014/main" id="{AE22ED60-8E2A-4077-CC4A-5B32D065D78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-1443539"/>
            <a:chExt cx="12192000" cy="68580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0EE5052-2941-7614-2F2F-938FA139E35A}"/>
                </a:ext>
              </a:extLst>
            </p:cNvPr>
            <p:cNvSpPr/>
            <p:nvPr/>
          </p:nvSpPr>
          <p:spPr>
            <a:xfrm>
              <a:off x="9769347" y="-1443539"/>
              <a:ext cx="2422652" cy="6858000"/>
            </a:xfrm>
            <a:custGeom>
              <a:avLst/>
              <a:gdLst>
                <a:gd name="connsiteX0" fmla="*/ 64 w 2422652"/>
                <a:gd name="connsiteY0" fmla="*/ 2410460 h 6858000"/>
                <a:gd name="connsiteX1" fmla="*/ 11874 w 2422652"/>
                <a:gd name="connsiteY1" fmla="*/ 2561781 h 6858000"/>
                <a:gd name="connsiteX2" fmla="*/ 86741 w 2422652"/>
                <a:gd name="connsiteY2" fmla="*/ 2815844 h 6858000"/>
                <a:gd name="connsiteX3" fmla="*/ 1863344 w 2422652"/>
                <a:gd name="connsiteY3" fmla="*/ 6858000 h 6858000"/>
                <a:gd name="connsiteX4" fmla="*/ 2422652 w 2422652"/>
                <a:gd name="connsiteY4" fmla="*/ 6858000 h 6858000"/>
                <a:gd name="connsiteX5" fmla="*/ 2422652 w 2422652"/>
                <a:gd name="connsiteY5" fmla="*/ 0 h 6858000"/>
                <a:gd name="connsiteX6" fmla="*/ 2008759 w 2422652"/>
                <a:gd name="connsiteY6" fmla="*/ 0 h 6858000"/>
                <a:gd name="connsiteX7" fmla="*/ 248730 w 2422652"/>
                <a:gd name="connsiteY7" fmla="*/ 1762633 h 6858000"/>
                <a:gd name="connsiteX8" fmla="*/ 0 w 2422652"/>
                <a:gd name="connsiteY8" fmla="*/ 241046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2652" h="6858000">
                  <a:moveTo>
                    <a:pt x="64" y="2410460"/>
                  </a:moveTo>
                  <a:cubicBezTo>
                    <a:pt x="64" y="2461959"/>
                    <a:pt x="4128" y="2512505"/>
                    <a:pt x="11874" y="2561781"/>
                  </a:cubicBezTo>
                  <a:cubicBezTo>
                    <a:pt x="11874" y="2561781"/>
                    <a:pt x="31877" y="2696464"/>
                    <a:pt x="86741" y="2815844"/>
                  </a:cubicBezTo>
                  <a:cubicBezTo>
                    <a:pt x="116269" y="2880233"/>
                    <a:pt x="910971" y="4689031"/>
                    <a:pt x="1863344" y="6858000"/>
                  </a:cubicBezTo>
                  <a:lnTo>
                    <a:pt x="2422652" y="6858000"/>
                  </a:lnTo>
                  <a:lnTo>
                    <a:pt x="2422652" y="0"/>
                  </a:lnTo>
                  <a:lnTo>
                    <a:pt x="2008759" y="0"/>
                  </a:lnTo>
                  <a:lnTo>
                    <a:pt x="248730" y="1762633"/>
                  </a:lnTo>
                  <a:cubicBezTo>
                    <a:pt x="93663" y="1945577"/>
                    <a:pt x="0" y="2166811"/>
                    <a:pt x="0" y="2410460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BC906DD-D4F3-DE0A-450A-1752F421610D}"/>
                </a:ext>
              </a:extLst>
            </p:cNvPr>
            <p:cNvSpPr/>
            <p:nvPr/>
          </p:nvSpPr>
          <p:spPr>
            <a:xfrm>
              <a:off x="9745231" y="-1443539"/>
              <a:ext cx="2032875" cy="6858000"/>
            </a:xfrm>
            <a:custGeom>
              <a:avLst/>
              <a:gdLst>
                <a:gd name="connsiteX0" fmla="*/ 2032875 w 2032875"/>
                <a:gd name="connsiteY0" fmla="*/ 0 h 6858000"/>
                <a:gd name="connsiteX1" fmla="*/ 1830946 w 2032875"/>
                <a:gd name="connsiteY1" fmla="*/ 0 h 6858000"/>
                <a:gd name="connsiteX2" fmla="*/ 269226 w 2032875"/>
                <a:gd name="connsiteY2" fmla="*/ 1722057 h 6858000"/>
                <a:gd name="connsiteX3" fmla="*/ 78537 w 2032875"/>
                <a:gd name="connsiteY3" fmla="*/ 2013204 h 6858000"/>
                <a:gd name="connsiteX4" fmla="*/ 67550 w 2032875"/>
                <a:gd name="connsiteY4" fmla="*/ 2785555 h 6858000"/>
                <a:gd name="connsiteX5" fmla="*/ 1684451 w 2032875"/>
                <a:gd name="connsiteY5" fmla="*/ 6858000 h 6858000"/>
                <a:gd name="connsiteX6" fmla="*/ 1887334 w 2032875"/>
                <a:gd name="connsiteY6" fmla="*/ 6858000 h 6858000"/>
                <a:gd name="connsiteX7" fmla="*/ 110731 w 2032875"/>
                <a:gd name="connsiteY7" fmla="*/ 2815844 h 6858000"/>
                <a:gd name="connsiteX8" fmla="*/ 35864 w 2032875"/>
                <a:gd name="connsiteY8" fmla="*/ 2561781 h 6858000"/>
                <a:gd name="connsiteX9" fmla="*/ 24053 w 2032875"/>
                <a:gd name="connsiteY9" fmla="*/ 2410460 h 6858000"/>
                <a:gd name="connsiteX10" fmla="*/ 272783 w 2032875"/>
                <a:gd name="connsiteY10" fmla="*/ 1762633 h 6858000"/>
                <a:gd name="connsiteX11" fmla="*/ 2032875 w 2032875"/>
                <a:gd name="connsiteY11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2875" h="6858000">
                  <a:moveTo>
                    <a:pt x="2032875" y="0"/>
                  </a:moveTo>
                  <a:lnTo>
                    <a:pt x="1830946" y="0"/>
                  </a:lnTo>
                  <a:cubicBezTo>
                    <a:pt x="1009510" y="905891"/>
                    <a:pt x="317233" y="1669225"/>
                    <a:pt x="269226" y="1722057"/>
                  </a:cubicBezTo>
                  <a:cubicBezTo>
                    <a:pt x="147497" y="1856042"/>
                    <a:pt x="78537" y="2013204"/>
                    <a:pt x="78537" y="2013204"/>
                  </a:cubicBezTo>
                  <a:cubicBezTo>
                    <a:pt x="-91517" y="2396490"/>
                    <a:pt x="67550" y="2785555"/>
                    <a:pt x="67550" y="2785555"/>
                  </a:cubicBezTo>
                  <a:lnTo>
                    <a:pt x="1684451" y="6858000"/>
                  </a:lnTo>
                  <a:lnTo>
                    <a:pt x="1887334" y="6858000"/>
                  </a:lnTo>
                  <a:cubicBezTo>
                    <a:pt x="934897" y="4689031"/>
                    <a:pt x="140258" y="2880170"/>
                    <a:pt x="110731" y="2815844"/>
                  </a:cubicBezTo>
                  <a:cubicBezTo>
                    <a:pt x="55930" y="2696401"/>
                    <a:pt x="35864" y="2561781"/>
                    <a:pt x="35864" y="2561781"/>
                  </a:cubicBezTo>
                  <a:cubicBezTo>
                    <a:pt x="28054" y="2512505"/>
                    <a:pt x="24053" y="2461959"/>
                    <a:pt x="24053" y="2410460"/>
                  </a:cubicBezTo>
                  <a:cubicBezTo>
                    <a:pt x="24053" y="2166747"/>
                    <a:pt x="117652" y="1945577"/>
                    <a:pt x="272783" y="1762633"/>
                  </a:cubicBezTo>
                  <a:lnTo>
                    <a:pt x="2032875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3A77C5A-2D00-9C19-2ACB-0060ED5D5479}"/>
                </a:ext>
              </a:extLst>
            </p:cNvPr>
            <p:cNvSpPr/>
            <p:nvPr/>
          </p:nvSpPr>
          <p:spPr>
            <a:xfrm>
              <a:off x="9721722" y="-1443539"/>
              <a:ext cx="1854517" cy="6858000"/>
            </a:xfrm>
            <a:custGeom>
              <a:avLst/>
              <a:gdLst>
                <a:gd name="connsiteX0" fmla="*/ 292798 w 1854517"/>
                <a:gd name="connsiteY0" fmla="*/ 1722057 h 6858000"/>
                <a:gd name="connsiteX1" fmla="*/ 1854518 w 1854517"/>
                <a:gd name="connsiteY1" fmla="*/ 0 h 6858000"/>
                <a:gd name="connsiteX2" fmla="*/ 1668399 w 1854517"/>
                <a:gd name="connsiteY2" fmla="*/ 0 h 6858000"/>
                <a:gd name="connsiteX3" fmla="*/ 219710 w 1854517"/>
                <a:gd name="connsiteY3" fmla="*/ 1762189 h 6858000"/>
                <a:gd name="connsiteX4" fmla="*/ 74041 w 1854517"/>
                <a:gd name="connsiteY4" fmla="*/ 2011426 h 6858000"/>
                <a:gd name="connsiteX5" fmla="*/ 0 w 1854517"/>
                <a:gd name="connsiteY5" fmla="*/ 2410460 h 6858000"/>
                <a:gd name="connsiteX6" fmla="*/ 20320 w 1854517"/>
                <a:gd name="connsiteY6" fmla="*/ 2622868 h 6858000"/>
                <a:gd name="connsiteX7" fmla="*/ 51626 w 1854517"/>
                <a:gd name="connsiteY7" fmla="*/ 2736279 h 6858000"/>
                <a:gd name="connsiteX8" fmla="*/ 72898 w 1854517"/>
                <a:gd name="connsiteY8" fmla="*/ 2803589 h 6858000"/>
                <a:gd name="connsiteX9" fmla="*/ 1508252 w 1854517"/>
                <a:gd name="connsiteY9" fmla="*/ 6858000 h 6858000"/>
                <a:gd name="connsiteX10" fmla="*/ 1708087 w 1854517"/>
                <a:gd name="connsiteY10" fmla="*/ 6858000 h 6858000"/>
                <a:gd name="connsiteX11" fmla="*/ 91186 w 1854517"/>
                <a:gd name="connsiteY11" fmla="*/ 2785555 h 6858000"/>
                <a:gd name="connsiteX12" fmla="*/ 102109 w 1854517"/>
                <a:gd name="connsiteY12" fmla="*/ 2013204 h 6858000"/>
                <a:gd name="connsiteX13" fmla="*/ 292798 w 1854517"/>
                <a:gd name="connsiteY13" fmla="*/ 172205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4517" h="6858000">
                  <a:moveTo>
                    <a:pt x="292798" y="1722057"/>
                  </a:moveTo>
                  <a:cubicBezTo>
                    <a:pt x="340741" y="1669288"/>
                    <a:pt x="1033018" y="905891"/>
                    <a:pt x="1854518" y="0"/>
                  </a:cubicBezTo>
                  <a:lnTo>
                    <a:pt x="1668399" y="0"/>
                  </a:lnTo>
                  <a:lnTo>
                    <a:pt x="219710" y="1762189"/>
                  </a:lnTo>
                  <a:cubicBezTo>
                    <a:pt x="130873" y="1869186"/>
                    <a:pt x="74041" y="2011426"/>
                    <a:pt x="74041" y="2011426"/>
                  </a:cubicBezTo>
                  <a:cubicBezTo>
                    <a:pt x="26226" y="2135251"/>
                    <a:pt x="0" y="2269808"/>
                    <a:pt x="0" y="2410460"/>
                  </a:cubicBezTo>
                  <a:cubicBezTo>
                    <a:pt x="0" y="2483104"/>
                    <a:pt x="6985" y="2554097"/>
                    <a:pt x="20320" y="2622868"/>
                  </a:cubicBezTo>
                  <a:cubicBezTo>
                    <a:pt x="20320" y="2622868"/>
                    <a:pt x="41720" y="2707958"/>
                    <a:pt x="51626" y="2736279"/>
                  </a:cubicBezTo>
                  <a:lnTo>
                    <a:pt x="72898" y="2803589"/>
                  </a:lnTo>
                  <a:lnTo>
                    <a:pt x="1508252" y="6858000"/>
                  </a:lnTo>
                  <a:lnTo>
                    <a:pt x="1708087" y="6858000"/>
                  </a:lnTo>
                  <a:lnTo>
                    <a:pt x="91186" y="2785555"/>
                  </a:lnTo>
                  <a:cubicBezTo>
                    <a:pt x="91186" y="2785555"/>
                    <a:pt x="-67945" y="2396490"/>
                    <a:pt x="102109" y="2013204"/>
                  </a:cubicBezTo>
                  <a:cubicBezTo>
                    <a:pt x="102109" y="2013204"/>
                    <a:pt x="171006" y="1856042"/>
                    <a:pt x="292798" y="1722057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B630B7-1FA4-7997-66CB-3A495260DD91}"/>
                </a:ext>
              </a:extLst>
            </p:cNvPr>
            <p:cNvSpPr/>
            <p:nvPr/>
          </p:nvSpPr>
          <p:spPr>
            <a:xfrm>
              <a:off x="0" y="4906461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A109111-9E1E-7F51-626F-5CC5801B3F07}"/>
                </a:ext>
              </a:extLst>
            </p:cNvPr>
            <p:cNvSpPr/>
            <p:nvPr/>
          </p:nvSpPr>
          <p:spPr>
            <a:xfrm>
              <a:off x="11050143" y="4906461"/>
              <a:ext cx="379729" cy="508000"/>
            </a:xfrm>
            <a:custGeom>
              <a:avLst/>
              <a:gdLst>
                <a:gd name="connsiteX0" fmla="*/ 0 w 379729"/>
                <a:gd name="connsiteY0" fmla="*/ 0 h 508000"/>
                <a:gd name="connsiteX1" fmla="*/ 179832 w 379729"/>
                <a:gd name="connsiteY1" fmla="*/ 508000 h 508000"/>
                <a:gd name="connsiteX2" fmla="*/ 379730 w 379729"/>
                <a:gd name="connsiteY2" fmla="*/ 508000 h 508000"/>
                <a:gd name="connsiteX3" fmla="*/ 177990 w 379729"/>
                <a:gd name="connsiteY3" fmla="*/ 0 h 508000"/>
                <a:gd name="connsiteX4" fmla="*/ 0 w 37972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9" h="508000">
                  <a:moveTo>
                    <a:pt x="0" y="0"/>
                  </a:moveTo>
                  <a:lnTo>
                    <a:pt x="179832" y="508000"/>
                  </a:lnTo>
                  <a:lnTo>
                    <a:pt x="379730" y="508000"/>
                  </a:lnTo>
                  <a:lnTo>
                    <a:pt x="1779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57CCB90-6917-FE9E-EE7F-82F0998377E4}"/>
                </a:ext>
              </a:extLst>
            </p:cNvPr>
            <p:cNvSpPr/>
            <p:nvPr/>
          </p:nvSpPr>
          <p:spPr>
            <a:xfrm>
              <a:off x="0" y="4906461"/>
              <a:ext cx="12192000" cy="508000"/>
            </a:xfrm>
            <a:custGeom>
              <a:avLst/>
              <a:gdLst>
                <a:gd name="connsiteX0" fmla="*/ 0 w 12192000"/>
                <a:gd name="connsiteY0" fmla="*/ 0 h 508000"/>
                <a:gd name="connsiteX1" fmla="*/ 12192000 w 12192000"/>
                <a:gd name="connsiteY1" fmla="*/ 0 h 508000"/>
                <a:gd name="connsiteX2" fmla="*/ 12192000 w 12192000"/>
                <a:gd name="connsiteY2" fmla="*/ 508000 h 508000"/>
                <a:gd name="connsiteX3" fmla="*/ 0 w 12192000"/>
                <a:gd name="connsiteY3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508000">
                  <a:moveTo>
                    <a:pt x="0" y="0"/>
                  </a:moveTo>
                  <a:lnTo>
                    <a:pt x="12192000" y="0"/>
                  </a:ln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6A1A38-6F02-0A61-7981-DA5DA124E375}"/>
                </a:ext>
              </a:extLst>
            </p:cNvPr>
            <p:cNvSpPr/>
            <p:nvPr/>
          </p:nvSpPr>
          <p:spPr>
            <a:xfrm>
              <a:off x="11228133" y="4906461"/>
              <a:ext cx="404559" cy="508000"/>
            </a:xfrm>
            <a:custGeom>
              <a:avLst/>
              <a:gdLst>
                <a:gd name="connsiteX0" fmla="*/ 0 w 404559"/>
                <a:gd name="connsiteY0" fmla="*/ 0 h 508000"/>
                <a:gd name="connsiteX1" fmla="*/ 201676 w 404559"/>
                <a:gd name="connsiteY1" fmla="*/ 508000 h 508000"/>
                <a:gd name="connsiteX2" fmla="*/ 404559 w 404559"/>
                <a:gd name="connsiteY2" fmla="*/ 508000 h 508000"/>
                <a:gd name="connsiteX3" fmla="*/ 181484 w 404559"/>
                <a:gd name="connsiteY3" fmla="*/ 0 h 508000"/>
                <a:gd name="connsiteX4" fmla="*/ 0 w 404559"/>
                <a:gd name="connsiteY4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59" h="508000">
                  <a:moveTo>
                    <a:pt x="0" y="0"/>
                  </a:moveTo>
                  <a:lnTo>
                    <a:pt x="201676" y="508000"/>
                  </a:lnTo>
                  <a:lnTo>
                    <a:pt x="404559" y="508000"/>
                  </a:lnTo>
                  <a:cubicBezTo>
                    <a:pt x="329121" y="336169"/>
                    <a:pt x="254636" y="166624"/>
                    <a:pt x="1814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855296B-49D4-9B3D-27E5-4964616D29CB}"/>
                </a:ext>
              </a:extLst>
            </p:cNvPr>
            <p:cNvSpPr/>
            <p:nvPr/>
          </p:nvSpPr>
          <p:spPr>
            <a:xfrm>
              <a:off x="11409616" y="4906461"/>
              <a:ext cx="782383" cy="508000"/>
            </a:xfrm>
            <a:custGeom>
              <a:avLst/>
              <a:gdLst>
                <a:gd name="connsiteX0" fmla="*/ 223076 w 782383"/>
                <a:gd name="connsiteY0" fmla="*/ 508000 h 508000"/>
                <a:gd name="connsiteX1" fmla="*/ 782383 w 782383"/>
                <a:gd name="connsiteY1" fmla="*/ 508000 h 508000"/>
                <a:gd name="connsiteX2" fmla="*/ 782383 w 782383"/>
                <a:gd name="connsiteY2" fmla="*/ 0 h 508000"/>
                <a:gd name="connsiteX3" fmla="*/ 0 w 782383"/>
                <a:gd name="connsiteY3" fmla="*/ 0 h 508000"/>
                <a:gd name="connsiteX4" fmla="*/ 223076 w 782383"/>
                <a:gd name="connsiteY4" fmla="*/ 50800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383" h="508000">
                  <a:moveTo>
                    <a:pt x="223076" y="508000"/>
                  </a:moveTo>
                  <a:lnTo>
                    <a:pt x="782383" y="508000"/>
                  </a:lnTo>
                  <a:lnTo>
                    <a:pt x="782383" y="0"/>
                  </a:lnTo>
                  <a:lnTo>
                    <a:pt x="0" y="0"/>
                  </a:lnTo>
                  <a:cubicBezTo>
                    <a:pt x="73152" y="166624"/>
                    <a:pt x="147638" y="336169"/>
                    <a:pt x="223076" y="508000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5" y="1376363"/>
            <a:ext cx="4238625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CF2EF79-8ADA-716D-C843-89E14496899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1" name="Chart Placeholder 8">
            <a:extLst>
              <a:ext uri="{FF2B5EF4-FFF2-40B4-BE49-F238E27FC236}">
                <a16:creationId xmlns:a16="http://schemas.microsoft.com/office/drawing/2014/main" id="{843A3325-3E7D-97D3-7BA0-8AB5FBCF843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03949" y="1376363"/>
            <a:ext cx="2752725" cy="2023054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0EBDD43-351C-1243-91EC-C46DAD5F908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03948" y="1125538"/>
            <a:ext cx="2752727" cy="123111"/>
          </a:xfrm>
        </p:spPr>
        <p:txBody>
          <a:bodyPr wrap="square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2AE444F-CBBF-552C-C4DF-296EA03B153E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9177606" y="1125538"/>
            <a:ext cx="2752727" cy="123111"/>
          </a:xfrm>
        </p:spPr>
        <p:txBody>
          <a:bodyPr wrap="square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98A9C8-EFB3-2EA5-1D5E-AB367B913E0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203948" y="3987685"/>
            <a:ext cx="2752727" cy="123111"/>
          </a:xfrm>
        </p:spPr>
        <p:txBody>
          <a:bodyPr wrap="square">
            <a:spAutoFit/>
          </a:bodyPr>
          <a:lstStyle>
            <a:lvl1pPr>
              <a:defRPr sz="8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9315C4C-32BE-E83C-FE30-192B087B331D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263525" y="2862383"/>
            <a:ext cx="2447402" cy="3151142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EB77421-1D5E-848E-5FBA-0F382443E2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32661" y="3631431"/>
            <a:ext cx="1509130" cy="1509133"/>
          </a:xfrm>
        </p:spPr>
        <p:txBody>
          <a:bodyPr anchor="ctr" anchorCtr="0"/>
          <a:lstStyle>
            <a:lvl1pPr algn="ctr"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0E8B9D-5A72-C87B-B27E-F6C33B13E1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35326" y="3727138"/>
            <a:ext cx="1746577" cy="1477328"/>
          </a:xfrm>
        </p:spPr>
        <p:txBody>
          <a:bodyPr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5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43">
            <a:extLst>
              <a:ext uri="{FF2B5EF4-FFF2-40B4-BE49-F238E27FC236}">
                <a16:creationId xmlns:a16="http://schemas.microsoft.com/office/drawing/2014/main" id="{70AECD45-D3D3-3872-8F10-1BDC6D29858F}"/>
              </a:ext>
            </a:extLst>
          </p:cNvPr>
          <p:cNvSpPr/>
          <p:nvPr/>
        </p:nvSpPr>
        <p:spPr>
          <a:xfrm>
            <a:off x="0" y="635"/>
            <a:ext cx="10247724" cy="6857999"/>
          </a:xfrm>
          <a:custGeom>
            <a:avLst/>
            <a:gdLst>
              <a:gd name="connsiteX0" fmla="*/ 0 w 10247724"/>
              <a:gd name="connsiteY0" fmla="*/ 6857365 h 6857999"/>
              <a:gd name="connsiteX1" fmla="*/ 8264971 w 10247724"/>
              <a:gd name="connsiteY1" fmla="*/ 6857365 h 6857999"/>
              <a:gd name="connsiteX2" fmla="*/ 9998849 w 10247724"/>
              <a:gd name="connsiteY2" fmla="*/ 5120640 h 6857999"/>
              <a:gd name="connsiteX3" fmla="*/ 10247725 w 10247724"/>
              <a:gd name="connsiteY3" fmla="*/ 4472940 h 6857999"/>
              <a:gd name="connsiteX4" fmla="*/ 10235662 w 10247724"/>
              <a:gd name="connsiteY4" fmla="*/ 4321810 h 6857999"/>
              <a:gd name="connsiteX5" fmla="*/ 10160746 w 10247724"/>
              <a:gd name="connsiteY5" fmla="*/ 4067810 h 6857999"/>
              <a:gd name="connsiteX6" fmla="*/ 8372902 w 10247724"/>
              <a:gd name="connsiteY6" fmla="*/ 0 h 6857999"/>
              <a:gd name="connsiteX7" fmla="*/ 0 w 10247724"/>
              <a:gd name="connsiteY7" fmla="*/ 0 h 6857999"/>
              <a:gd name="connsiteX8" fmla="*/ 0 w 10247724"/>
              <a:gd name="connsiteY8" fmla="*/ 6858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47724" h="6857999">
                <a:moveTo>
                  <a:pt x="0" y="6857365"/>
                </a:moveTo>
                <a:lnTo>
                  <a:pt x="8264971" y="6857365"/>
                </a:lnTo>
                <a:lnTo>
                  <a:pt x="9998849" y="5120640"/>
                </a:lnTo>
                <a:cubicBezTo>
                  <a:pt x="10153762" y="4937760"/>
                  <a:pt x="10247725" y="4716780"/>
                  <a:pt x="10247725" y="4472940"/>
                </a:cubicBezTo>
                <a:cubicBezTo>
                  <a:pt x="10247725" y="4229100"/>
                  <a:pt x="10243916" y="4370705"/>
                  <a:pt x="10235662" y="4321810"/>
                </a:cubicBezTo>
                <a:cubicBezTo>
                  <a:pt x="10235662" y="4321810"/>
                  <a:pt x="10215346" y="4187190"/>
                  <a:pt x="10160746" y="4067810"/>
                </a:cubicBezTo>
                <a:cubicBezTo>
                  <a:pt x="10130905" y="4003040"/>
                  <a:pt x="9330312" y="2180590"/>
                  <a:pt x="8372902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435FE9FD-5651-2A5A-739E-555A658F6ED7}"/>
              </a:ext>
            </a:extLst>
          </p:cNvPr>
          <p:cNvSpPr/>
          <p:nvPr/>
        </p:nvSpPr>
        <p:spPr>
          <a:xfrm>
            <a:off x="8265605" y="0"/>
            <a:ext cx="2006679" cy="6857365"/>
          </a:xfrm>
          <a:custGeom>
            <a:avLst/>
            <a:gdLst>
              <a:gd name="connsiteX0" fmla="*/ 1895775 w 2006679"/>
              <a:gd name="connsiteY0" fmla="*/ 4067810 h 6857365"/>
              <a:gd name="connsiteX1" fmla="*/ 1970692 w 2006679"/>
              <a:gd name="connsiteY1" fmla="*/ 4321810 h 6857365"/>
              <a:gd name="connsiteX2" fmla="*/ 1982754 w 2006679"/>
              <a:gd name="connsiteY2" fmla="*/ 4472940 h 6857365"/>
              <a:gd name="connsiteX3" fmla="*/ 1733879 w 2006679"/>
              <a:gd name="connsiteY3" fmla="*/ 5120640 h 6857365"/>
              <a:gd name="connsiteX4" fmla="*/ 0 w 2006679"/>
              <a:gd name="connsiteY4" fmla="*/ 6857365 h 6857365"/>
              <a:gd name="connsiteX5" fmla="*/ 199355 w 2006679"/>
              <a:gd name="connsiteY5" fmla="*/ 6857365 h 6857365"/>
              <a:gd name="connsiteX6" fmla="*/ 1737688 w 2006679"/>
              <a:gd name="connsiteY6" fmla="*/ 5161280 h 6857365"/>
              <a:gd name="connsiteX7" fmla="*/ 1928154 w 2006679"/>
              <a:gd name="connsiteY7" fmla="*/ 4869815 h 6857365"/>
              <a:gd name="connsiteX8" fmla="*/ 1938948 w 2006679"/>
              <a:gd name="connsiteY8" fmla="*/ 4097655 h 6857365"/>
              <a:gd name="connsiteX9" fmla="*/ 311730 w 2006679"/>
              <a:gd name="connsiteY9" fmla="*/ 0 h 6857365"/>
              <a:gd name="connsiteX10" fmla="*/ 107931 w 2006679"/>
              <a:gd name="connsiteY10" fmla="*/ 0 h 6857365"/>
              <a:gd name="connsiteX11" fmla="*/ 1895775 w 2006679"/>
              <a:gd name="connsiteY11" fmla="*/ 4067810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06679" h="6857365">
                <a:moveTo>
                  <a:pt x="1895775" y="4067810"/>
                </a:moveTo>
                <a:cubicBezTo>
                  <a:pt x="1950375" y="4187190"/>
                  <a:pt x="1970692" y="4321810"/>
                  <a:pt x="1970692" y="4321810"/>
                </a:cubicBezTo>
                <a:cubicBezTo>
                  <a:pt x="1978310" y="4371340"/>
                  <a:pt x="1982754" y="4421505"/>
                  <a:pt x="1982754" y="4472940"/>
                </a:cubicBezTo>
                <a:cubicBezTo>
                  <a:pt x="1982754" y="4716780"/>
                  <a:pt x="1889426" y="4937760"/>
                  <a:pt x="1733879" y="5120640"/>
                </a:cubicBezTo>
                <a:lnTo>
                  <a:pt x="0" y="6857365"/>
                </a:lnTo>
                <a:lnTo>
                  <a:pt x="199355" y="6857365"/>
                </a:lnTo>
                <a:cubicBezTo>
                  <a:pt x="1010741" y="5962650"/>
                  <a:pt x="1690071" y="5213350"/>
                  <a:pt x="1737688" y="5161280"/>
                </a:cubicBezTo>
                <a:cubicBezTo>
                  <a:pt x="1859587" y="5027295"/>
                  <a:pt x="1928154" y="4869815"/>
                  <a:pt x="1928154" y="4869815"/>
                </a:cubicBezTo>
                <a:cubicBezTo>
                  <a:pt x="2098305" y="4486275"/>
                  <a:pt x="1938948" y="4097655"/>
                  <a:pt x="1938948" y="4097655"/>
                </a:cubicBezTo>
                <a:lnTo>
                  <a:pt x="311730" y="0"/>
                </a:lnTo>
                <a:lnTo>
                  <a:pt x="107931" y="0"/>
                </a:lnTo>
                <a:cubicBezTo>
                  <a:pt x="1065341" y="2180590"/>
                  <a:pt x="1865936" y="4003040"/>
                  <a:pt x="1895775" y="4067810"/>
                </a:cubicBezTo>
                <a:close/>
              </a:path>
            </a:pathLst>
          </a:custGeom>
          <a:solidFill>
            <a:srgbClr val="F4E725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67D62845-B5E0-AEA1-BDC2-6B153A5F3487}"/>
              </a:ext>
            </a:extLst>
          </p:cNvPr>
          <p:cNvSpPr/>
          <p:nvPr/>
        </p:nvSpPr>
        <p:spPr>
          <a:xfrm>
            <a:off x="8464960" y="0"/>
            <a:ext cx="1831015" cy="6858000"/>
          </a:xfrm>
          <a:custGeom>
            <a:avLst/>
            <a:gdLst>
              <a:gd name="connsiteX0" fmla="*/ 1739593 w 1831015"/>
              <a:gd name="connsiteY0" fmla="*/ 4098290 h 6858000"/>
              <a:gd name="connsiteX1" fmla="*/ 1728799 w 1831015"/>
              <a:gd name="connsiteY1" fmla="*/ 4870450 h 6858000"/>
              <a:gd name="connsiteX2" fmla="*/ 1538333 w 1831015"/>
              <a:gd name="connsiteY2" fmla="*/ 5161915 h 6858000"/>
              <a:gd name="connsiteX3" fmla="*/ 0 w 1831015"/>
              <a:gd name="connsiteY3" fmla="*/ 6858000 h 6858000"/>
              <a:gd name="connsiteX4" fmla="*/ 184117 w 1831015"/>
              <a:gd name="connsiteY4" fmla="*/ 6858000 h 6858000"/>
              <a:gd name="connsiteX5" fmla="*/ 1611345 w 1831015"/>
              <a:gd name="connsiteY5" fmla="*/ 5121275 h 6858000"/>
              <a:gd name="connsiteX6" fmla="*/ 1756734 w 1831015"/>
              <a:gd name="connsiteY6" fmla="*/ 4872355 h 6858000"/>
              <a:gd name="connsiteX7" fmla="*/ 1831016 w 1831015"/>
              <a:gd name="connsiteY7" fmla="*/ 4473575 h 6858000"/>
              <a:gd name="connsiteX8" fmla="*/ 1810700 w 1831015"/>
              <a:gd name="connsiteY8" fmla="*/ 4261485 h 6858000"/>
              <a:gd name="connsiteX9" fmla="*/ 1779590 w 1831015"/>
              <a:gd name="connsiteY9" fmla="*/ 4147820 h 6858000"/>
              <a:gd name="connsiteX10" fmla="*/ 1758004 w 1831015"/>
              <a:gd name="connsiteY10" fmla="*/ 4080510 h 6858000"/>
              <a:gd name="connsiteX11" fmla="*/ 313634 w 1831015"/>
              <a:gd name="connsiteY11" fmla="*/ 0 h 6858000"/>
              <a:gd name="connsiteX12" fmla="*/ 113010 w 1831015"/>
              <a:gd name="connsiteY12" fmla="*/ 0 h 6858000"/>
              <a:gd name="connsiteX13" fmla="*/ 1739593 w 1831015"/>
              <a:gd name="connsiteY13" fmla="*/ 40982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31015" h="6858000">
                <a:moveTo>
                  <a:pt x="1739593" y="4098290"/>
                </a:moveTo>
                <a:cubicBezTo>
                  <a:pt x="1739593" y="4098290"/>
                  <a:pt x="1898950" y="4487545"/>
                  <a:pt x="1728799" y="4870450"/>
                </a:cubicBezTo>
                <a:cubicBezTo>
                  <a:pt x="1728799" y="4870450"/>
                  <a:pt x="1659596" y="5027930"/>
                  <a:pt x="1538333" y="5161915"/>
                </a:cubicBezTo>
                <a:cubicBezTo>
                  <a:pt x="1490716" y="5213985"/>
                  <a:pt x="811386" y="5963920"/>
                  <a:pt x="0" y="6858000"/>
                </a:cubicBezTo>
                <a:lnTo>
                  <a:pt x="184117" y="6858000"/>
                </a:lnTo>
                <a:lnTo>
                  <a:pt x="1611345" y="5121275"/>
                </a:lnTo>
                <a:cubicBezTo>
                  <a:pt x="1700229" y="5014595"/>
                  <a:pt x="1756734" y="4872355"/>
                  <a:pt x="1756734" y="4872355"/>
                </a:cubicBezTo>
                <a:cubicBezTo>
                  <a:pt x="1804351" y="4748530"/>
                  <a:pt x="1831016" y="4613910"/>
                  <a:pt x="1831016" y="4473575"/>
                </a:cubicBezTo>
                <a:cubicBezTo>
                  <a:pt x="1831016" y="4333240"/>
                  <a:pt x="1824032" y="4330065"/>
                  <a:pt x="1810700" y="4261485"/>
                </a:cubicBezTo>
                <a:cubicBezTo>
                  <a:pt x="1810700" y="4261485"/>
                  <a:pt x="1789114" y="4176395"/>
                  <a:pt x="1779590" y="4147820"/>
                </a:cubicBezTo>
                <a:lnTo>
                  <a:pt x="1758004" y="4080510"/>
                </a:lnTo>
                <a:lnTo>
                  <a:pt x="313634" y="0"/>
                </a:lnTo>
                <a:lnTo>
                  <a:pt x="113010" y="0"/>
                </a:lnTo>
                <a:lnTo>
                  <a:pt x="1739593" y="4098290"/>
                </a:lnTo>
                <a:close/>
              </a:path>
            </a:pathLst>
          </a:custGeom>
          <a:solidFill>
            <a:schemeClr val="accent2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49707-5EB5-4FE6-D560-9145ADDD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021326"/>
            <a:ext cx="7210425" cy="6318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9F0E9-79F2-6069-973F-FEC9D24E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24" y="2055623"/>
            <a:ext cx="7210426" cy="1231106"/>
          </a:xfrm>
        </p:spPr>
        <p:txBody>
          <a:bodyPr wrap="square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0B1C-D7C7-138C-AC55-CD369FFD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412CF2F1-F534-97C8-604B-2B048E05F1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252075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64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04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B612EF7-8FD1-D420-B694-06F065CC5E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4250" y="512763"/>
            <a:ext cx="5003800" cy="5549900"/>
          </a:xfrm>
          <a:prstGeom prst="rect">
            <a:avLst/>
          </a:prstGeom>
        </p:spPr>
      </p:pic>
      <p:grpSp>
        <p:nvGrpSpPr>
          <p:cNvPr id="9" name="Graphic 7">
            <a:extLst>
              <a:ext uri="{FF2B5EF4-FFF2-40B4-BE49-F238E27FC236}">
                <a16:creationId xmlns:a16="http://schemas.microsoft.com/office/drawing/2014/main" id="{1320D93B-6796-A03E-5DF7-FC3F19481EEE}"/>
              </a:ext>
            </a:extLst>
          </p:cNvPr>
          <p:cNvGrpSpPr/>
          <p:nvPr/>
        </p:nvGrpSpPr>
        <p:grpSpPr>
          <a:xfrm>
            <a:off x="6212389" y="0"/>
            <a:ext cx="3663190" cy="6855291"/>
            <a:chOff x="4263838" y="0"/>
            <a:chExt cx="3663190" cy="6855291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E034FED-21A0-3FBB-CEB4-A56D0F2A706B}"/>
                </a:ext>
              </a:extLst>
            </p:cNvPr>
            <p:cNvSpPr/>
            <p:nvPr/>
          </p:nvSpPr>
          <p:spPr>
            <a:xfrm>
              <a:off x="4612389" y="0"/>
              <a:ext cx="3314639" cy="6855291"/>
            </a:xfrm>
            <a:custGeom>
              <a:avLst/>
              <a:gdLst>
                <a:gd name="connsiteX0" fmla="*/ 3230209 w 3314639"/>
                <a:gd name="connsiteY0" fmla="*/ 2513782 h 6855291"/>
                <a:gd name="connsiteX1" fmla="*/ 3220072 w 3314639"/>
                <a:gd name="connsiteY1" fmla="*/ 3228676 h 6855291"/>
                <a:gd name="connsiteX2" fmla="*/ 3043593 w 3314639"/>
                <a:gd name="connsiteY2" fmla="*/ 3498210 h 6855291"/>
                <a:gd name="connsiteX3" fmla="*/ 0 w 3314639"/>
                <a:gd name="connsiteY3" fmla="*/ 6855292 h 6855291"/>
                <a:gd name="connsiteX4" fmla="*/ 321541 w 3314639"/>
                <a:gd name="connsiteY4" fmla="*/ 6855292 h 6855291"/>
                <a:gd name="connsiteX5" fmla="*/ 3111339 w 3314639"/>
                <a:gd name="connsiteY5" fmla="*/ 3461055 h 6855291"/>
                <a:gd name="connsiteX6" fmla="*/ 3246138 w 3314639"/>
                <a:gd name="connsiteY6" fmla="*/ 3230376 h 6855291"/>
                <a:gd name="connsiteX7" fmla="*/ 3314639 w 3314639"/>
                <a:gd name="connsiteY7" fmla="*/ 2861027 h 6855291"/>
                <a:gd name="connsiteX8" fmla="*/ 3295814 w 3314639"/>
                <a:gd name="connsiteY8" fmla="*/ 2664418 h 6855291"/>
                <a:gd name="connsiteX9" fmla="*/ 3266852 w 3314639"/>
                <a:gd name="connsiteY9" fmla="*/ 2559439 h 6855291"/>
                <a:gd name="connsiteX10" fmla="*/ 3247145 w 3314639"/>
                <a:gd name="connsiteY10" fmla="*/ 2497156 h 6855291"/>
                <a:gd name="connsiteX11" fmla="*/ 2363300 w 3314639"/>
                <a:gd name="connsiteY11" fmla="*/ 0 h 6855291"/>
                <a:gd name="connsiteX12" fmla="*/ 2232342 w 3314639"/>
                <a:gd name="connsiteY12" fmla="*/ 0 h 6855291"/>
                <a:gd name="connsiteX13" fmla="*/ 3230209 w 3314639"/>
                <a:gd name="connsiteY13" fmla="*/ 2513782 h 68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14639" h="6855291">
                  <a:moveTo>
                    <a:pt x="3230209" y="2513782"/>
                  </a:moveTo>
                  <a:cubicBezTo>
                    <a:pt x="3230209" y="2513782"/>
                    <a:pt x="3377474" y="2873937"/>
                    <a:pt x="3220072" y="3228676"/>
                  </a:cubicBezTo>
                  <a:cubicBezTo>
                    <a:pt x="3220072" y="3228676"/>
                    <a:pt x="3156293" y="3374149"/>
                    <a:pt x="3043593" y="3498210"/>
                  </a:cubicBezTo>
                  <a:cubicBezTo>
                    <a:pt x="2968354" y="3581022"/>
                    <a:pt x="1179824" y="5553847"/>
                    <a:pt x="0" y="6855292"/>
                  </a:cubicBezTo>
                  <a:lnTo>
                    <a:pt x="321541" y="6855292"/>
                  </a:lnTo>
                  <a:lnTo>
                    <a:pt x="3111339" y="3461055"/>
                  </a:lnTo>
                  <a:cubicBezTo>
                    <a:pt x="3193503" y="3361994"/>
                    <a:pt x="3246138" y="3230376"/>
                    <a:pt x="3246138" y="3230376"/>
                  </a:cubicBezTo>
                  <a:cubicBezTo>
                    <a:pt x="3290399" y="3115762"/>
                    <a:pt x="3314639" y="2991259"/>
                    <a:pt x="3314639" y="2861027"/>
                  </a:cubicBezTo>
                  <a:cubicBezTo>
                    <a:pt x="3314639" y="2793769"/>
                    <a:pt x="3308154" y="2728086"/>
                    <a:pt x="3295814" y="2664418"/>
                  </a:cubicBezTo>
                  <a:cubicBezTo>
                    <a:pt x="3295814" y="2664418"/>
                    <a:pt x="3276044" y="2585636"/>
                    <a:pt x="3266852" y="2559439"/>
                  </a:cubicBezTo>
                  <a:lnTo>
                    <a:pt x="3247145" y="2497156"/>
                  </a:lnTo>
                  <a:lnTo>
                    <a:pt x="2363300" y="0"/>
                  </a:lnTo>
                  <a:lnTo>
                    <a:pt x="2232342" y="0"/>
                  </a:lnTo>
                  <a:lnTo>
                    <a:pt x="3230209" y="251378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6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AB9E988-C14E-70F6-0C4A-D9492DB0D187}"/>
                </a:ext>
              </a:extLst>
            </p:cNvPr>
            <p:cNvSpPr/>
            <p:nvPr/>
          </p:nvSpPr>
          <p:spPr>
            <a:xfrm>
              <a:off x="4263838" y="0"/>
              <a:ext cx="3641280" cy="6855291"/>
            </a:xfrm>
            <a:custGeom>
              <a:avLst/>
              <a:gdLst>
                <a:gd name="connsiteX0" fmla="*/ 3538843 w 3641280"/>
                <a:gd name="connsiteY0" fmla="*/ 2485757 h 6855291"/>
                <a:gd name="connsiteX1" fmla="*/ 3608100 w 3641280"/>
                <a:gd name="connsiteY1" fmla="*/ 2720907 h 6855291"/>
                <a:gd name="connsiteX2" fmla="*/ 3619055 w 3641280"/>
                <a:gd name="connsiteY2" fmla="*/ 2860964 h 6855291"/>
                <a:gd name="connsiteX3" fmla="*/ 3388933 w 3641280"/>
                <a:gd name="connsiteY3" fmla="*/ 3460614 h 6855291"/>
                <a:gd name="connsiteX4" fmla="*/ 0 w 3641280"/>
                <a:gd name="connsiteY4" fmla="*/ 6855292 h 6855291"/>
                <a:gd name="connsiteX5" fmla="*/ 348552 w 3641280"/>
                <a:gd name="connsiteY5" fmla="*/ 6855292 h 6855291"/>
                <a:gd name="connsiteX6" fmla="*/ 3392144 w 3641280"/>
                <a:gd name="connsiteY6" fmla="*/ 3498210 h 6855291"/>
                <a:gd name="connsiteX7" fmla="*/ 3568623 w 3641280"/>
                <a:gd name="connsiteY7" fmla="*/ 3228676 h 6855291"/>
                <a:gd name="connsiteX8" fmla="*/ 3578760 w 3641280"/>
                <a:gd name="connsiteY8" fmla="*/ 2513782 h 6855291"/>
                <a:gd name="connsiteX9" fmla="*/ 2580893 w 3641280"/>
                <a:gd name="connsiteY9" fmla="*/ 0 h 6855291"/>
                <a:gd name="connsiteX10" fmla="*/ 2446031 w 3641280"/>
                <a:gd name="connsiteY10" fmla="*/ 0 h 6855291"/>
                <a:gd name="connsiteX11" fmla="*/ 3538780 w 3641280"/>
                <a:gd name="connsiteY11" fmla="*/ 2485757 h 68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41280" h="6855291">
                  <a:moveTo>
                    <a:pt x="3538843" y="2485757"/>
                  </a:moveTo>
                  <a:cubicBezTo>
                    <a:pt x="3589590" y="2596279"/>
                    <a:pt x="3608100" y="2720907"/>
                    <a:pt x="3608100" y="2720907"/>
                  </a:cubicBezTo>
                  <a:cubicBezTo>
                    <a:pt x="3615340" y="2766501"/>
                    <a:pt x="3619055" y="2813292"/>
                    <a:pt x="3619055" y="2860964"/>
                  </a:cubicBezTo>
                  <a:cubicBezTo>
                    <a:pt x="3619055" y="3086541"/>
                    <a:pt x="3532421" y="3291273"/>
                    <a:pt x="3388933" y="3460614"/>
                  </a:cubicBezTo>
                  <a:lnTo>
                    <a:pt x="0" y="6855292"/>
                  </a:lnTo>
                  <a:lnTo>
                    <a:pt x="348552" y="6855292"/>
                  </a:lnTo>
                  <a:cubicBezTo>
                    <a:pt x="1528376" y="5553910"/>
                    <a:pt x="3316906" y="3581085"/>
                    <a:pt x="3392144" y="3498210"/>
                  </a:cubicBezTo>
                  <a:cubicBezTo>
                    <a:pt x="3504781" y="3374212"/>
                    <a:pt x="3568623" y="3228676"/>
                    <a:pt x="3568623" y="3228676"/>
                  </a:cubicBezTo>
                  <a:cubicBezTo>
                    <a:pt x="3725963" y="2873937"/>
                    <a:pt x="3578760" y="2513782"/>
                    <a:pt x="3578760" y="2513782"/>
                  </a:cubicBezTo>
                  <a:lnTo>
                    <a:pt x="2580893" y="0"/>
                  </a:lnTo>
                  <a:lnTo>
                    <a:pt x="2446031" y="0"/>
                  </a:lnTo>
                  <a:cubicBezTo>
                    <a:pt x="3063803" y="1406866"/>
                    <a:pt x="3517436" y="2439219"/>
                    <a:pt x="3538780" y="2485757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62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004EEF6-8A53-C0EE-433F-EA5CCCBB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97BA60-193F-ECE0-9B00-32171166CE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05EF41D6-F4C5-BF45-BA47-A111D335B7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5301" y="357717"/>
            <a:ext cx="2818012" cy="85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4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49D2A-297C-9BDC-CE7C-9F8021BD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413907"/>
            <a:ext cx="8693150" cy="6318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CC488-9B4D-DC8A-432E-0958716E0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524" y="1376363"/>
            <a:ext cx="11664949" cy="4800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ABED7-3B0F-E230-118D-BC2DD3ADC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3526" y="6356350"/>
            <a:ext cx="5443592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BC855-25EB-8489-89A1-0372BC68B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1754" y="6356350"/>
            <a:ext cx="826720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lvl1pPr algn="r"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E96FE1-D738-EF4B-BD0E-475F24C83B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7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83" r:id="rId3"/>
    <p:sldLayoutId id="2147483687" r:id="rId4"/>
    <p:sldLayoutId id="2147483685" r:id="rId5"/>
    <p:sldLayoutId id="2147483697" r:id="rId6"/>
    <p:sldLayoutId id="2147483698" r:id="rId7"/>
    <p:sldLayoutId id="2147483684" r:id="rId8"/>
    <p:sldLayoutId id="2147483686" r:id="rId9"/>
    <p:sldLayoutId id="2147483688" r:id="rId10"/>
    <p:sldLayoutId id="2147483682" r:id="rId11"/>
    <p:sldLayoutId id="2147483689" r:id="rId12"/>
    <p:sldLayoutId id="2147483666" r:id="rId13"/>
    <p:sldLayoutId id="2147483690" r:id="rId14"/>
    <p:sldLayoutId id="2147483695" r:id="rId15"/>
    <p:sldLayoutId id="2147483696" r:id="rId16"/>
    <p:sldLayoutId id="2147483681" r:id="rId17"/>
    <p:sldLayoutId id="2147483680" r:id="rId18"/>
    <p:sldLayoutId id="2147483676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600"/>
        </a:spcAft>
        <a:buFont typeface="Arial" panose="020B0604020202020204" pitchFamily="34" charset="0"/>
        <a:buNone/>
        <a:defRPr sz="1600" b="1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8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800" b="1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-720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accent3"/>
        </a:buClr>
        <a:buFont typeface="Arial" panose="020B0604020202020204" pitchFamily="34" charset="0"/>
        <a:buChar char="•"/>
        <a:defRPr sz="8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6" userDrawn="1">
          <p15:clr>
            <a:srgbClr val="F26B43"/>
          </p15:clr>
        </p15:guide>
        <p15:guide id="2" pos="7514" userDrawn="1">
          <p15:clr>
            <a:srgbClr val="F26B43"/>
          </p15:clr>
        </p15:guide>
        <p15:guide id="3" orient="horz" pos="323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11" orient="horz" pos="867" userDrawn="1">
          <p15:clr>
            <a:srgbClr val="F26B43"/>
          </p15:clr>
        </p15:guide>
        <p15:guide id="12" pos="2836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2972" userDrawn="1">
          <p15:clr>
            <a:srgbClr val="F26B43"/>
          </p15:clr>
        </p15:guide>
        <p15:guide id="15" pos="4708" userDrawn="1">
          <p15:clr>
            <a:srgbClr val="F26B43"/>
          </p15:clr>
        </p15:guide>
        <p15:guide id="16" pos="4842" userDrawn="1">
          <p15:clr>
            <a:srgbClr val="F26B43"/>
          </p15:clr>
        </p15:guide>
        <p15:guide id="17" pos="3772" userDrawn="1">
          <p15:clr>
            <a:srgbClr val="F26B43"/>
          </p15:clr>
        </p15:guide>
        <p15:guide id="18" pos="2038" userDrawn="1">
          <p15:clr>
            <a:srgbClr val="F26B43"/>
          </p15:clr>
        </p15:guide>
        <p15:guide id="19" pos="5642" userDrawn="1">
          <p15:clr>
            <a:srgbClr val="F26B43"/>
          </p15:clr>
        </p15:guide>
        <p15:guide id="20" pos="5780" userDrawn="1">
          <p15:clr>
            <a:srgbClr val="F26B43"/>
          </p15:clr>
        </p15:guide>
        <p15:guide id="21" pos="1900" userDrawn="1">
          <p15:clr>
            <a:srgbClr val="F26B43"/>
          </p15:clr>
        </p15:guide>
        <p15:guide id="22" pos="1102" userDrawn="1">
          <p15:clr>
            <a:srgbClr val="F26B43"/>
          </p15:clr>
        </p15:guide>
        <p15:guide id="23" pos="6578" userDrawn="1">
          <p15:clr>
            <a:srgbClr val="F26B43"/>
          </p15:clr>
        </p15:guide>
        <p15:guide id="24" pos="6714" userDrawn="1">
          <p15:clr>
            <a:srgbClr val="F26B43"/>
          </p15:clr>
        </p15:guide>
        <p15:guide id="25" pos="966" userDrawn="1">
          <p15:clr>
            <a:srgbClr val="F26B43"/>
          </p15:clr>
        </p15:guide>
        <p15:guide id="26" orient="horz" pos="70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chart" Target="../charts/chart4.xml"/><Relationship Id="rId8" Type="http://schemas.openxmlformats.org/officeDocument/2006/relationships/chart" Target="../charts/char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microsoft.com/office/2007/relationships/hdphoto" Target="../media/hdphoto1.wdp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microsoft.com/office/2007/relationships/hdphoto" Target="../media/hdphoto2.wdp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Relationship Id="rId3" Type="http://schemas.microsoft.com/office/2007/relationships/hdphoto" Target="../media/hdphoto3.wdp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svg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svg"/><Relationship Id="rId3" Type="http://schemas.openxmlformats.org/officeDocument/2006/relationships/chart" Target="../charts/char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7EC9F3-AA11-6AD3-22CC-9D9B05DBD409}"/>
              </a:ext>
            </a:extLst>
          </p:cNvPr>
          <p:cNvSpPr/>
          <p:nvPr/>
        </p:nvSpPr>
        <p:spPr>
          <a:xfrm>
            <a:off x="0" y="-108155"/>
            <a:ext cx="12192000" cy="6966155"/>
          </a:xfrm>
          <a:prstGeom prst="rect">
            <a:avLst/>
          </a:prstGeom>
          <a:gradFill>
            <a:gsLst>
              <a:gs pos="0">
                <a:schemeClr val="accent1">
                  <a:alpha val="0"/>
                  <a:lumMod val="0"/>
                </a:schemeClr>
              </a:gs>
              <a:gs pos="100000">
                <a:srgbClr val="04151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174C4-D6C7-37B8-AD33-9F0076FC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884" y="4040410"/>
            <a:ext cx="7565545" cy="399805"/>
          </a:xfrm>
        </p:spPr>
        <p:txBody>
          <a:bodyPr/>
          <a:lstStyle/>
          <a:p>
            <a:r>
              <a:rPr lang="en-US" sz="400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Karbon Semibold" panose="00000700000000000000" pitchFamily="50" charset="0"/>
              </a:rPr>
              <a:t>PIO Daily Production Overall Report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9CE2D-C67F-2050-0C19-9689904558E2}"/>
              </a:ext>
            </a:extLst>
          </p:cNvPr>
          <p:cNvSpPr txBox="1"/>
          <p:nvPr/>
        </p:nvSpPr>
        <p:spPr>
          <a:xfrm>
            <a:off x="9156700" y="6345238"/>
            <a:ext cx="2771775" cy="512762"/>
          </a:xfrm>
          <a:prstGeom prst="rect">
            <a:avLst/>
          </a:prstGeom>
          <a:noFill/>
        </p:spPr>
        <p:txBody>
          <a:bodyPr wrap="square" lIns="0" tIns="0" rIns="0" bIns="10800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jameelmotors.com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92742D-923B-E8C6-5387-C6BDC0F246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3526" y="6356350"/>
            <a:ext cx="5443592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27BE010-801C-1113-5CF8-54854C2CB6AB}"/>
              </a:ext>
            </a:extLst>
          </p:cNvPr>
          <p:cNvSpPr/>
          <p:nvPr/>
        </p:nvSpPr>
        <p:spPr>
          <a:xfrm>
            <a:off x="5268144" y="4629762"/>
            <a:ext cx="2605713" cy="8463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Semibold" panose="00000700000000000000" pitchFamily="50" charset="0"/>
                <a:ea typeface="Noto Sans" pitchFamily="34" charset="-122"/>
                <a:cs typeface="Noto Sans" pitchFamily="34" charset="-120"/>
              </a:rPr>
              <a:t>May</a:t>
            </a:r>
            <a:r>
              <a:rPr lang="en-US" sz="4400" b="1" dirty="0">
                <a:solidFill>
                  <a:schemeClr val="bg1"/>
                </a:solidFill>
                <a:latin typeface="Karbon Semibold" panose="00000700000000000000" pitchFamily="50" charset="0"/>
                <a:ea typeface="Noto Sans" pitchFamily="34" charset="-122"/>
                <a:cs typeface="Noto Sans" pitchFamily="34" charset="-120"/>
              </a:rPr>
              <a:t> - </a:t>
            </a:r>
            <a:r>
              <a:rPr lang="en-US" sz="4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Semibold" panose="00000700000000000000" pitchFamily="50" charset="0"/>
                <a:ea typeface="Noto Sans" pitchFamily="34" charset="-122"/>
                <a:cs typeface="Noto Sans" pitchFamily="34" charset="-120"/>
              </a:rPr>
              <a:t>20</a:t>
            </a:r>
            <a:r>
              <a:rPr lang="en-US" sz="5500" b="1" dirty="0">
                <a:solidFill>
                  <a:srgbClr val="F4E725"/>
                </a:solidFill>
                <a:latin typeface="Karbon Semibold" panose="00000700000000000000" pitchFamily="50" charset="0"/>
                <a:ea typeface="Noto Sans" pitchFamily="34" charset="-122"/>
                <a:cs typeface="Noto Sans" pitchFamily="34" charset="-120"/>
              </a:rPr>
              <a:t>26</a:t>
            </a:r>
            <a:endParaRPr lang="en-US" sz="5500" dirty="0">
              <a:solidFill>
                <a:srgbClr val="F4E725"/>
              </a:solidFill>
              <a:latin typeface="Karbon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00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934B-55C3-32B5-F402-5FE83BA4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CCC3AA-608D-CF7B-43F8-E40158C36389}"/>
              </a:ext>
            </a:extLst>
          </p:cNvPr>
          <p:cNvSpPr/>
          <p:nvPr/>
        </p:nvSpPr>
        <p:spPr>
          <a:xfrm>
            <a:off x="471064" y="3466342"/>
            <a:ext cx="5472293" cy="2639306"/>
          </a:xfrm>
          <a:prstGeom prst="roundRect">
            <a:avLst>
              <a:gd name="adj" fmla="val 451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632287E2-B33E-F339-E4DE-60F6E13F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2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77F039-5B5B-AAB4-6CAB-D641015BBC32}"/>
              </a:ext>
            </a:extLst>
          </p:cNvPr>
          <p:cNvSpPr/>
          <p:nvPr/>
        </p:nvSpPr>
        <p:spPr>
          <a:xfrm>
            <a:off x="0" y="1"/>
            <a:ext cx="12192000" cy="384679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7">
            <a:extLst>
              <a:ext uri="{FF2B5EF4-FFF2-40B4-BE49-F238E27FC236}">
                <a16:creationId xmlns:a16="http://schemas.microsoft.com/office/drawing/2014/main" id="{3E5FDF39-0019-4233-0998-6F3AE5591830}"/>
              </a:ext>
            </a:extLst>
          </p:cNvPr>
          <p:cNvSpPr txBox="1">
            <a:spLocks/>
          </p:cNvSpPr>
          <p:nvPr/>
        </p:nvSpPr>
        <p:spPr>
          <a:xfrm>
            <a:off x="11101754" y="6356350"/>
            <a:ext cx="826720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E96FE1-D738-EF4B-BD0E-475F24C83B1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6" name="Footer Placeholder 58">
            <a:extLst>
              <a:ext uri="{FF2B5EF4-FFF2-40B4-BE49-F238E27FC236}">
                <a16:creationId xmlns:a16="http://schemas.microsoft.com/office/drawing/2014/main" id="{7C3F8F1E-F9E1-C2F5-92FE-FD4235BC26C6}"/>
              </a:ext>
            </a:extLst>
          </p:cNvPr>
          <p:cNvSpPr txBox="1">
            <a:spLocks/>
          </p:cNvSpPr>
          <p:nvPr/>
        </p:nvSpPr>
        <p:spPr>
          <a:xfrm>
            <a:off x="263525" y="6375204"/>
            <a:ext cx="10838229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Abdul Latif Jameel Automotive Company Ltd. All copyright and other intellectual property </a:t>
            </a:r>
            <a:r>
              <a:rPr lang="en-US" err="1"/>
              <a:t>rights</a:t>
            </a:r>
            <a:r>
              <a:rPr lang="en-US"/>
              <a:t>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3C3021-5C52-068B-3589-E9CA605DA349}"/>
              </a:ext>
            </a:extLst>
          </p:cNvPr>
          <p:cNvSpPr txBox="1"/>
          <p:nvPr/>
        </p:nvSpPr>
        <p:spPr>
          <a:xfrm>
            <a:off x="122464" y="-34615"/>
            <a:ext cx="4269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PIO Production </a:t>
            </a:r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Fulfillment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76D54C-D18D-4FAE-EB8B-F8C5F303C40B}"/>
              </a:ext>
            </a:extLst>
          </p:cNvPr>
          <p:cNvSpPr/>
          <p:nvPr/>
        </p:nvSpPr>
        <p:spPr>
          <a:xfrm>
            <a:off x="516155" y="616559"/>
            <a:ext cx="5360194" cy="2670672"/>
          </a:xfrm>
          <a:prstGeom prst="roundRect">
            <a:avLst>
              <a:gd name="adj" fmla="val 451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D26BBEA-3723-D416-410C-7D331BFEC1E1}"/>
              </a:ext>
            </a:extLst>
          </p:cNvPr>
          <p:cNvSpPr/>
          <p:nvPr/>
        </p:nvSpPr>
        <p:spPr>
          <a:xfrm>
            <a:off x="6118212" y="616559"/>
            <a:ext cx="5472293" cy="2674834"/>
          </a:xfrm>
          <a:prstGeom prst="roundRect">
            <a:avLst>
              <a:gd name="adj" fmla="val 451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F315F22-F6BB-EA03-8AE4-31D98F31E8DA}"/>
              </a:ext>
            </a:extLst>
          </p:cNvPr>
          <p:cNvSpPr/>
          <p:nvPr/>
        </p:nvSpPr>
        <p:spPr>
          <a:xfrm>
            <a:off x="6147905" y="3485664"/>
            <a:ext cx="5472293" cy="2569485"/>
          </a:xfrm>
          <a:prstGeom prst="roundRect">
            <a:avLst>
              <a:gd name="adj" fmla="val 451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72D3E3-3D9F-0D7C-6EC3-51E2DA6D792A}"/>
              </a:ext>
            </a:extLst>
          </p:cNvPr>
          <p:cNvGrpSpPr/>
          <p:nvPr/>
        </p:nvGrpSpPr>
        <p:grpSpPr>
          <a:xfrm>
            <a:off x="675582" y="526347"/>
            <a:ext cx="1390188" cy="568387"/>
            <a:chOff x="-1" y="1"/>
            <a:chExt cx="1809118" cy="113317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EC0373B-6FAC-6173-9D6F-8132DB752FCA}"/>
                </a:ext>
              </a:extLst>
            </p:cNvPr>
            <p:cNvSpPr/>
            <p:nvPr/>
          </p:nvSpPr>
          <p:spPr>
            <a:xfrm>
              <a:off x="1" y="1"/>
              <a:ext cx="1809116" cy="859630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9A210054-6DEA-8BE1-7AF2-CA2266EA279B}"/>
                </a:ext>
              </a:extLst>
            </p:cNvPr>
            <p:cNvSpPr txBox="1"/>
            <p:nvPr/>
          </p:nvSpPr>
          <p:spPr>
            <a:xfrm>
              <a:off x="-1" y="776357"/>
              <a:ext cx="1809116" cy="35681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1200" b="1">
                  <a:solidFill>
                    <a:schemeClr val="bg1"/>
                  </a:solidFill>
                  <a:latin typeface="Karbon Semibold" panose="00000700000000000000" pitchFamily="50" charset="0"/>
                </a:rPr>
                <a:t>Fulfillment  </a:t>
              </a:r>
            </a:p>
            <a:p>
              <a:pPr algn="ctr"/>
              <a:r>
                <a:rPr lang="en-CA" sz="1200" b="1">
                  <a:solidFill>
                    <a:schemeClr val="accent5"/>
                  </a:solidFill>
                  <a:latin typeface="Karbon Semibold" panose="00000700000000000000" pitchFamily="50" charset="0"/>
                </a:rPr>
                <a:t>100 %  </a:t>
              </a:r>
            </a:p>
            <a:p>
              <a:pPr algn="ctr"/>
              <a:r>
                <a:rPr lang="en-CA" sz="1200" b="1">
                  <a:solidFill>
                    <a:schemeClr val="bg1"/>
                  </a:solidFill>
                  <a:latin typeface="Karbon Semibold" panose="00000700000000000000" pitchFamily="50" charset="0"/>
                </a:rPr>
                <a:t> </a:t>
              </a:r>
            </a:p>
            <a:p>
              <a:pPr algn="ctr"/>
              <a:endParaRPr lang="en-CA" sz="1200" b="1">
                <a:solidFill>
                  <a:schemeClr val="bg1"/>
                </a:solidFill>
                <a:latin typeface="Karbon Semibold" panose="00000700000000000000" pitchFamily="50" charset="0"/>
              </a:endParaRPr>
            </a:p>
            <a:p>
              <a:pPr algn="ctr"/>
              <a:endParaRPr lang="en-CA" sz="1200" b="1">
                <a:solidFill>
                  <a:schemeClr val="bg1"/>
                </a:solidFill>
                <a:latin typeface="Karbon Semibold" panose="00000700000000000000" pitchFamily="50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AE2D671-C264-CC78-900B-3B6C717D7BD2}"/>
              </a:ext>
            </a:extLst>
          </p:cNvPr>
          <p:cNvGrpSpPr/>
          <p:nvPr/>
        </p:nvGrpSpPr>
        <p:grpSpPr>
          <a:xfrm>
            <a:off x="4431386" y="526347"/>
            <a:ext cx="1457779" cy="431181"/>
            <a:chOff x="8333266" y="364134"/>
            <a:chExt cx="2449037" cy="858587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B81F0A0-FE8C-706A-1DA7-EDB3AFEB8131}"/>
                </a:ext>
              </a:extLst>
            </p:cNvPr>
            <p:cNvSpPr/>
            <p:nvPr/>
          </p:nvSpPr>
          <p:spPr>
            <a:xfrm>
              <a:off x="8352840" y="364134"/>
              <a:ext cx="2335480" cy="858587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29" name="TextBox 21">
              <a:extLst>
                <a:ext uri="{FF2B5EF4-FFF2-40B4-BE49-F238E27FC236}">
                  <a16:creationId xmlns:a16="http://schemas.microsoft.com/office/drawing/2014/main" id="{41481D62-0885-4357-4A1F-3ACB42BD6EBE}"/>
                </a:ext>
              </a:extLst>
            </p:cNvPr>
            <p:cNvSpPr txBox="1"/>
            <p:nvPr/>
          </p:nvSpPr>
          <p:spPr>
            <a:xfrm>
              <a:off x="8333266" y="509804"/>
              <a:ext cx="2449037" cy="62974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b="1" dirty="0">
                  <a:solidFill>
                    <a:schemeClr val="bg1"/>
                  </a:solidFill>
                  <a:latin typeface="Karbon Semibold" panose="00000700000000000000" pitchFamily="50" charset="0"/>
                  <a:cs typeface="Calibri"/>
                </a:rPr>
                <a:t>Total not accessorized</a:t>
              </a:r>
            </a:p>
            <a:p>
              <a:pPr algn="ctr"/>
              <a:r>
                <a:rPr lang="en-CA" b="1" dirty="0">
                  <a:solidFill>
                    <a:schemeClr val="bg1"/>
                  </a:solidFill>
                  <a:latin typeface="Karbon Semibold" panose="00000700000000000000" pitchFamily="50" charset="0"/>
                  <a:cs typeface="Calibri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942FC3-EB97-DBDC-113A-319A133E83D3}"/>
              </a:ext>
            </a:extLst>
          </p:cNvPr>
          <p:cNvGrpSpPr/>
          <p:nvPr/>
        </p:nvGrpSpPr>
        <p:grpSpPr>
          <a:xfrm>
            <a:off x="10163005" y="3397033"/>
            <a:ext cx="1427500" cy="431181"/>
            <a:chOff x="0" y="0"/>
            <a:chExt cx="1857674" cy="859631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BA1F517-E878-2D03-59A7-676D47A0B606}"/>
                </a:ext>
              </a:extLst>
            </p:cNvPr>
            <p:cNvSpPr/>
            <p:nvPr/>
          </p:nvSpPr>
          <p:spPr>
            <a:xfrm>
              <a:off x="0" y="0"/>
              <a:ext cx="1809115" cy="859631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32" name="TextBox 21">
              <a:extLst>
                <a:ext uri="{FF2B5EF4-FFF2-40B4-BE49-F238E27FC236}">
                  <a16:creationId xmlns:a16="http://schemas.microsoft.com/office/drawing/2014/main" id="{5D0F1D2D-1A9F-350D-0716-9D854EF80805}"/>
                </a:ext>
              </a:extLst>
            </p:cNvPr>
            <p:cNvSpPr txBox="1"/>
            <p:nvPr/>
          </p:nvSpPr>
          <p:spPr>
            <a:xfrm>
              <a:off x="48560" y="355806"/>
              <a:ext cx="1809114" cy="356816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1200" b="1">
                  <a:solidFill>
                    <a:schemeClr val="bg1"/>
                  </a:solidFill>
                  <a:latin typeface="Karbon Semibold" panose="00000700000000000000" pitchFamily="50" charset="0"/>
                </a:rPr>
                <a:t>Overall fulfillment</a:t>
              </a:r>
            </a:p>
            <a:p>
              <a:pPr algn="ctr"/>
              <a:r>
                <a:rPr lang="en-US" b="1">
                  <a:solidFill>
                    <a:srgbClr val="FFC000"/>
                  </a:solidFill>
                  <a:latin typeface="Karbon Bold"/>
                  <a:cs typeface="72 Black" panose="020B0A04030603020204" pitchFamily="34" charset="0"/>
                </a:rPr>
                <a:t>100  % </a:t>
              </a:r>
              <a:endParaRPr lang="en-CA" b="1">
                <a:solidFill>
                  <a:srgbClr val="FFC000"/>
                </a:solidFill>
                <a:latin typeface="Karbon Bold"/>
                <a:cs typeface="72 Black" panose="020B0A04030603020204" pitchFamily="34" charset="0"/>
              </a:endParaRPr>
            </a:p>
            <a:p>
              <a:pPr algn="ctr"/>
              <a:r>
                <a:rPr lang="en-CA" sz="900" b="1">
                  <a:solidFill>
                    <a:schemeClr val="bg1"/>
                  </a:solidFill>
                  <a:latin typeface="Karbon Semibold" panose="00000700000000000000" pitchFamily="50" charset="0"/>
                </a:rPr>
                <a:t> </a:t>
              </a:r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775FC11-D2E8-8358-AFAE-3BF7D77B8F5E}"/>
              </a:ext>
            </a:extLst>
          </p:cNvPr>
          <p:cNvSpPr/>
          <p:nvPr/>
        </p:nvSpPr>
        <p:spPr>
          <a:xfrm>
            <a:off x="4401274" y="3397033"/>
            <a:ext cx="1390185" cy="431181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endParaRPr lang="en-CA" sz="2800" b="1" i="0" u="none" strike="noStrike">
              <a:solidFill>
                <a:schemeClr val="bg1"/>
              </a:solidFill>
              <a:latin typeface="Calibri"/>
              <a:ea typeface="+mn-ea"/>
              <a:cs typeface="Calibri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6D4AA6-52A6-757A-125D-623496E3083D}"/>
              </a:ext>
            </a:extLst>
          </p:cNvPr>
          <p:cNvGrpSpPr/>
          <p:nvPr/>
        </p:nvGrpSpPr>
        <p:grpSpPr>
          <a:xfrm>
            <a:off x="601495" y="3382218"/>
            <a:ext cx="1492223" cy="465474"/>
            <a:chOff x="-40203" y="1"/>
            <a:chExt cx="1941904" cy="92800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F4F8711-E684-25F0-3A20-4A63C4125B50}"/>
                </a:ext>
              </a:extLst>
            </p:cNvPr>
            <p:cNvSpPr/>
            <p:nvPr/>
          </p:nvSpPr>
          <p:spPr>
            <a:xfrm>
              <a:off x="0" y="1"/>
              <a:ext cx="1809115" cy="859631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39" name="TextBox 21">
              <a:extLst>
                <a:ext uri="{FF2B5EF4-FFF2-40B4-BE49-F238E27FC236}">
                  <a16:creationId xmlns:a16="http://schemas.microsoft.com/office/drawing/2014/main" id="{C2FBFB61-0E9A-8C63-C151-5DC643C68FF0}"/>
                </a:ext>
              </a:extLst>
            </p:cNvPr>
            <p:cNvSpPr txBox="1"/>
            <p:nvPr/>
          </p:nvSpPr>
          <p:spPr>
            <a:xfrm>
              <a:off x="-40203" y="561886"/>
              <a:ext cx="1941904" cy="36611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b="1" dirty="0">
                  <a:solidFill>
                    <a:schemeClr val="bg2"/>
                  </a:solidFill>
                  <a:latin typeface="Karbon Semibold" panose="00000700000000000000" pitchFamily="50" charset="0"/>
                </a:rPr>
                <a:t>Highest Accessorized</a:t>
              </a:r>
            </a:p>
            <a:p>
              <a:pPr algn="ctr"/>
              <a:endParaRPr lang="en-CA" sz="100" b="1" dirty="0">
                <a:solidFill>
                  <a:schemeClr val="bg2"/>
                </a:solidFill>
                <a:latin typeface="Karbon Semibold" panose="00000700000000000000" pitchFamily="50" charset="0"/>
              </a:endParaRPr>
            </a:p>
            <a:p>
              <a:pPr algn="ctr"/>
              <a:r>
                <a:rPr lang="en-CA" sz="1400" b="1" dirty="0">
                  <a:solidFill>
                    <a:schemeClr val="bg2"/>
                  </a:solidFill>
                  <a:latin typeface="Karbon Semibold" panose="00000700000000000000" pitchFamily="50" charset="0"/>
                </a:rPr>
                <a:t>Plant 2 :  </a:t>
              </a:r>
              <a:r>
                <a:rPr lang="en-US" sz="1400" b="1" dirty="0">
                  <a:solidFill>
                    <a:schemeClr val="bg2"/>
                  </a:solidFill>
                  <a:latin typeface="Karbon Semibold" panose="00000700000000000000" pitchFamily="50" charset="0"/>
                </a:rPr>
                <a:t>4944</a:t>
              </a:r>
              <a:endParaRPr lang="en-US" sz="1400" b="1" dirty="0">
                <a:solidFill>
                  <a:schemeClr val="bg2"/>
                </a:solidFill>
                <a:latin typeface="Karbon Semibold" panose="00000700000000000000" pitchFamily="50" charset="0"/>
                <a:cs typeface="72 Black" panose="020B0A04030603020204" pitchFamily="34" charset="0"/>
              </a:endParaRPr>
            </a:p>
            <a:p>
              <a:pPr algn="ctr"/>
              <a:endParaRPr lang="en-CA" sz="900" b="1" dirty="0">
                <a:solidFill>
                  <a:schemeClr val="bg2"/>
                </a:solidFill>
                <a:latin typeface="Karbon Semibold" panose="00000700000000000000" pitchFamily="50" charset="0"/>
              </a:endParaRPr>
            </a:p>
            <a:p>
              <a:pPr algn="ctr"/>
              <a:r>
                <a:rPr lang="en-CA" sz="900" b="1" dirty="0">
                  <a:solidFill>
                    <a:schemeClr val="bg2"/>
                  </a:solidFill>
                  <a:latin typeface="Karbon Semibold" panose="00000700000000000000" pitchFamily="50" charset="0"/>
                </a:rPr>
                <a:t> 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96BB0E-DC43-B446-5E4F-C6127DC8874F}"/>
              </a:ext>
            </a:extLst>
          </p:cNvPr>
          <p:cNvGrpSpPr/>
          <p:nvPr/>
        </p:nvGrpSpPr>
        <p:grpSpPr>
          <a:xfrm>
            <a:off x="6150108" y="526347"/>
            <a:ext cx="1390185" cy="485556"/>
            <a:chOff x="24741" y="-20222"/>
            <a:chExt cx="1809115" cy="968037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871C175-A08D-7C85-73B9-C28D494BA879}"/>
                </a:ext>
              </a:extLst>
            </p:cNvPr>
            <p:cNvSpPr/>
            <p:nvPr/>
          </p:nvSpPr>
          <p:spPr>
            <a:xfrm>
              <a:off x="24741" y="-20222"/>
              <a:ext cx="1809115" cy="859631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42" name="TextBox 21">
              <a:extLst>
                <a:ext uri="{FF2B5EF4-FFF2-40B4-BE49-F238E27FC236}">
                  <a16:creationId xmlns:a16="http://schemas.microsoft.com/office/drawing/2014/main" id="{99D575EF-CD34-4C8D-6B93-0940D7684043}"/>
                </a:ext>
              </a:extLst>
            </p:cNvPr>
            <p:cNvSpPr txBox="1"/>
            <p:nvPr/>
          </p:nvSpPr>
          <p:spPr>
            <a:xfrm>
              <a:off x="24742" y="158776"/>
              <a:ext cx="1809114" cy="789039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900" b="1" dirty="0">
                  <a:solidFill>
                    <a:schemeClr val="bg2"/>
                  </a:solidFill>
                </a:rPr>
                <a:t>Highest Accessorized</a:t>
              </a:r>
            </a:p>
            <a:p>
              <a:pPr algn="ctr"/>
              <a:endParaRPr lang="en-CA" sz="100" b="1" dirty="0">
                <a:solidFill>
                  <a:schemeClr val="bg2"/>
                </a:solidFill>
              </a:endParaRPr>
            </a:p>
            <a:p>
              <a:pPr algn="ctr"/>
              <a:r>
                <a:rPr lang="en-CA" sz="1200" b="1" dirty="0">
                  <a:solidFill>
                    <a:schemeClr val="bg2"/>
                  </a:solidFill>
                </a:rPr>
                <a:t>Plant </a:t>
              </a:r>
              <a:r>
                <a:rPr lang="en-US" sz="1200" b="1" dirty="0">
                  <a:solidFill>
                    <a:schemeClr val="bg2"/>
                  </a:solidFill>
                </a:rPr>
                <a:t>2:  284</a:t>
              </a:r>
              <a:endParaRPr lang="en-US" sz="1200" b="1" dirty="0">
                <a:solidFill>
                  <a:schemeClr val="bg2"/>
                </a:solidFill>
                <a:latin typeface="72 Black" panose="020B0A04030603020204" pitchFamily="34" charset="0"/>
                <a:cs typeface="72 Black" panose="020B0A04030603020204" pitchFamily="34" charset="0"/>
              </a:endParaRPr>
            </a:p>
            <a:p>
              <a:pPr algn="ctr"/>
              <a:r>
                <a:rPr lang="en-CA" sz="900" b="1" dirty="0">
                  <a:solidFill>
                    <a:schemeClr val="bg2"/>
                  </a:solidFill>
                </a:rPr>
                <a:t> </a:t>
              </a:r>
            </a:p>
          </p:txBody>
        </p:sp>
      </p:grpSp>
      <p:pic>
        <p:nvPicPr>
          <p:cNvPr id="2" name="Picture 1" descr="A purple circle with arrows and check marks&#10;&#10;Description automatically generated">
            <a:extLst>
              <a:ext uri="{FF2B5EF4-FFF2-40B4-BE49-F238E27FC236}">
                <a16:creationId xmlns:a16="http://schemas.microsoft.com/office/drawing/2014/main" id="{7C2469EB-3550-56CA-3863-30D866BC4FA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1730982" y="51332"/>
            <a:ext cx="338554" cy="3385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65D29FA-FFF4-9075-A7A3-AD56DE2848CB}"/>
              </a:ext>
            </a:extLst>
          </p:cNvPr>
          <p:cNvGrpSpPr/>
          <p:nvPr/>
        </p:nvGrpSpPr>
        <p:grpSpPr>
          <a:xfrm>
            <a:off x="10016672" y="552012"/>
            <a:ext cx="1603525" cy="431181"/>
            <a:chOff x="8329900" y="364134"/>
            <a:chExt cx="2449037" cy="85858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B54DC64-7417-34BB-A558-B9B17394C110}"/>
                </a:ext>
              </a:extLst>
            </p:cNvPr>
            <p:cNvSpPr/>
            <p:nvPr/>
          </p:nvSpPr>
          <p:spPr>
            <a:xfrm>
              <a:off x="8352840" y="364134"/>
              <a:ext cx="2335480" cy="858586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13" name="TextBox 21">
              <a:extLst>
                <a:ext uri="{FF2B5EF4-FFF2-40B4-BE49-F238E27FC236}">
                  <a16:creationId xmlns:a16="http://schemas.microsoft.com/office/drawing/2014/main" id="{E6642DBE-36BE-F28B-2A6E-D07485481B9C}"/>
                </a:ext>
              </a:extLst>
            </p:cNvPr>
            <p:cNvSpPr txBox="1"/>
            <p:nvPr/>
          </p:nvSpPr>
          <p:spPr>
            <a:xfrm>
              <a:off x="8329900" y="455120"/>
              <a:ext cx="2449037" cy="66946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1400" b="1" dirty="0">
                  <a:solidFill>
                    <a:schemeClr val="bg1"/>
                  </a:solidFill>
                  <a:latin typeface="Karbon Semibold" panose="00000700000000000000" pitchFamily="50" charset="0"/>
                  <a:cs typeface="Calibri"/>
                </a:rPr>
                <a:t>Highest Acc % </a:t>
              </a:r>
            </a:p>
            <a:p>
              <a:pPr algn="ctr"/>
              <a:r>
                <a:rPr lang="en-US" sz="14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Karbon Semibold" panose="00000700000000000000" pitchFamily="50" charset="0"/>
                  <a:cs typeface="Arial" panose="020B0604020202020204" pitchFamily="34" charset="0"/>
                </a:rPr>
                <a:t>38 </a:t>
              </a:r>
              <a:r>
                <a:rPr lang="en-CA" sz="14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Karbon Semibold" panose="00000700000000000000" pitchFamily="50" charset="0"/>
                  <a:cs typeface="Arial" panose="020B0604020202020204" pitchFamily="34" charset="0"/>
                </a:rPr>
                <a:t>%  </a:t>
              </a:r>
            </a:p>
          </p:txBody>
        </p:sp>
      </p:grpSp>
      <p:sp>
        <p:nvSpPr>
          <p:cNvPr id="23" name="TextBox 21">
            <a:extLst>
              <a:ext uri="{FF2B5EF4-FFF2-40B4-BE49-F238E27FC236}">
                <a16:creationId xmlns:a16="http://schemas.microsoft.com/office/drawing/2014/main" id="{BB0DF458-BF72-D131-2B6E-7F99DC845F36}"/>
              </a:ext>
            </a:extLst>
          </p:cNvPr>
          <p:cNvSpPr txBox="1"/>
          <p:nvPr/>
        </p:nvSpPr>
        <p:spPr>
          <a:xfrm>
            <a:off x="4333411" y="3391658"/>
            <a:ext cx="1603525" cy="3768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1400" b="1" dirty="0">
                <a:solidFill>
                  <a:schemeClr val="bg1"/>
                </a:solidFill>
                <a:latin typeface="Karbon Semibold" panose="00000700000000000000" pitchFamily="50" charset="0"/>
                <a:cs typeface="Calibri"/>
              </a:rPr>
              <a:t>Highest Acc % </a:t>
            </a:r>
          </a:p>
          <a:p>
            <a:pPr algn="ctr"/>
            <a:r>
              <a:rPr lang="en-U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Semibold" panose="00000700000000000000" pitchFamily="50" charset="0"/>
                <a:cs typeface="Arial" panose="020B0604020202020204" pitchFamily="34" charset="0"/>
              </a:rPr>
              <a:t>44</a:t>
            </a:r>
            <a:r>
              <a:rPr lang="en-CA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Semibold" panose="00000700000000000000" pitchFamily="50" charset="0"/>
                <a:cs typeface="Arial" panose="020B0604020202020204" pitchFamily="34" charset="0"/>
              </a:rPr>
              <a:t>% 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100-00000D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6991259"/>
              </p:ext>
            </p:extLst>
          </p:nvPr>
        </p:nvGraphicFramePr>
        <p:xfrm>
          <a:off x="631135" y="915759"/>
          <a:ext cx="5202087" cy="2371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2531755"/>
              </p:ext>
            </p:extLst>
          </p:nvPr>
        </p:nvGraphicFramePr>
        <p:xfrm>
          <a:off x="404057" y="3813399"/>
          <a:ext cx="5472293" cy="229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4480623"/>
              </p:ext>
            </p:extLst>
          </p:nvPr>
        </p:nvGraphicFramePr>
        <p:xfrm>
          <a:off x="5974250" y="3714139"/>
          <a:ext cx="5377978" cy="2250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5241052"/>
              </p:ext>
            </p:extLst>
          </p:nvPr>
        </p:nvGraphicFramePr>
        <p:xfrm>
          <a:off x="6118212" y="892931"/>
          <a:ext cx="5398204" cy="23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580703"/>
              </p:ext>
            </p:extLst>
          </p:nvPr>
        </p:nvGraphicFramePr>
        <p:xfrm>
          <a:off x="3761049" y="1277583"/>
          <a:ext cx="2030410" cy="541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339741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B35D-5000-D0F7-73E4-6E83C096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891614-0BD7-588F-DF88-0F5E35B181D4}"/>
              </a:ext>
            </a:extLst>
          </p:cNvPr>
          <p:cNvSpPr/>
          <p:nvPr/>
        </p:nvSpPr>
        <p:spPr>
          <a:xfrm>
            <a:off x="0" y="1872993"/>
            <a:ext cx="12192001" cy="3568859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28414D"/>
              </a:gs>
              <a:gs pos="71000">
                <a:schemeClr val="bg1">
                  <a:shade val="675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12700" dir="5400000" algn="ctr" rotWithShape="0">
              <a:srgbClr val="00010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36574076-3C28-FFD5-AEF1-3A0445A2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3</a:t>
            </a:fld>
            <a:endParaRPr lang="en-US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CC4CC637-553D-A0EA-D37A-729DD0D17E4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63526" y="6356350"/>
            <a:ext cx="5443592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ADFDB8-0E47-1F30-A708-A97029A4198A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7">
            <a:extLst>
              <a:ext uri="{FF2B5EF4-FFF2-40B4-BE49-F238E27FC236}">
                <a16:creationId xmlns:a16="http://schemas.microsoft.com/office/drawing/2014/main" id="{EF52D20A-9FC0-9EF4-114A-D02E0D435E64}"/>
              </a:ext>
            </a:extLst>
          </p:cNvPr>
          <p:cNvSpPr txBox="1">
            <a:spLocks/>
          </p:cNvSpPr>
          <p:nvPr/>
        </p:nvSpPr>
        <p:spPr>
          <a:xfrm>
            <a:off x="11101754" y="6356350"/>
            <a:ext cx="826720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E96FE1-D738-EF4B-BD0E-475F24C83B1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6" name="Footer Placeholder 58">
            <a:extLst>
              <a:ext uri="{FF2B5EF4-FFF2-40B4-BE49-F238E27FC236}">
                <a16:creationId xmlns:a16="http://schemas.microsoft.com/office/drawing/2014/main" id="{8ECF4E07-FC32-F1DD-FA70-9D0312CCF7AA}"/>
              </a:ext>
            </a:extLst>
          </p:cNvPr>
          <p:cNvSpPr txBox="1">
            <a:spLocks/>
          </p:cNvSpPr>
          <p:nvPr/>
        </p:nvSpPr>
        <p:spPr>
          <a:xfrm>
            <a:off x="263525" y="6356350"/>
            <a:ext cx="10838229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02319-516F-CACB-B0DC-38F31C29936C}"/>
              </a:ext>
            </a:extLst>
          </p:cNvPr>
          <p:cNvSpPr txBox="1"/>
          <p:nvPr/>
        </p:nvSpPr>
        <p:spPr>
          <a:xfrm>
            <a:off x="115713" y="21639"/>
            <a:ext cx="5395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Overall, No. of Back Jobs &amp; Quality Index</a:t>
            </a:r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  <a:ea typeface="Fira Sans Extra Condensed Medium"/>
                <a:cs typeface="Fira Sans Extra Condensed Medium"/>
                <a:sym typeface="Fira Sans Extra Condensed Medium"/>
              </a:rPr>
              <a:t/>
            </a:r>
          </a:p>
          <a:p>
            <a:r>
              <a:rPr lang="en-US" sz="2000" b="1">
                <a:solidFill>
                  <a:schemeClr val="bg1">
                    <a:alpha val="38000"/>
                  </a:schemeClr>
                </a:solidFill>
                <a:latin typeface="Karbon Semibold" panose="00000700000000000000" pitchFamily="50" charset="0"/>
              </a:rPr>
              <a:t>   </a:t>
            </a:r>
            <a:endParaRPr lang="en-US" sz="2000">
              <a:solidFill>
                <a:schemeClr val="bg1">
                  <a:alpha val="38000"/>
                </a:schemeClr>
              </a:solidFill>
              <a:latin typeface="Karbon Semibold" panose="00000700000000000000" pitchFamily="50" charset="0"/>
            </a:endParaRPr>
          </a:p>
        </p:txBody>
      </p:sp>
      <p:grpSp>
        <p:nvGrpSpPr>
          <p:cNvPr id="92" name="Graphic 73">
            <a:extLst>
              <a:ext uri="{FF2B5EF4-FFF2-40B4-BE49-F238E27FC236}">
                <a16:creationId xmlns:a16="http://schemas.microsoft.com/office/drawing/2014/main" id="{C2A5B029-26EC-380E-AC9C-AF669A523316}"/>
              </a:ext>
            </a:extLst>
          </p:cNvPr>
          <p:cNvGrpSpPr/>
          <p:nvPr/>
        </p:nvGrpSpPr>
        <p:grpSpPr>
          <a:xfrm rot="20015030">
            <a:off x="5850954" y="3198755"/>
            <a:ext cx="723421" cy="402417"/>
            <a:chOff x="9927652" y="2427622"/>
            <a:chExt cx="2962273" cy="164782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6CC07FE-9B7A-2ED7-F068-DC470007FA64}"/>
                </a:ext>
              </a:extLst>
            </p:cNvPr>
            <p:cNvSpPr/>
            <p:nvPr/>
          </p:nvSpPr>
          <p:spPr>
            <a:xfrm>
              <a:off x="9927652" y="2427622"/>
              <a:ext cx="2962273" cy="1647825"/>
            </a:xfrm>
            <a:custGeom>
              <a:avLst/>
              <a:gdLst>
                <a:gd name="connsiteX0" fmla="*/ 2949416 w 2962275"/>
                <a:gd name="connsiteY0" fmla="*/ 1175709 h 1647825"/>
                <a:gd name="connsiteX1" fmla="*/ 2279809 w 2962275"/>
                <a:gd name="connsiteY1" fmla="*/ 35567 h 1647825"/>
                <a:gd name="connsiteX2" fmla="*/ 2156936 w 2962275"/>
                <a:gd name="connsiteY2" fmla="*/ 65094 h 1647825"/>
                <a:gd name="connsiteX3" fmla="*/ 2066449 w 2962275"/>
                <a:gd name="connsiteY3" fmla="*/ 281312 h 1647825"/>
                <a:gd name="connsiteX4" fmla="*/ 2044541 w 2962275"/>
                <a:gd name="connsiteY4" fmla="*/ 334652 h 1647825"/>
                <a:gd name="connsiteX5" fmla="*/ 7144 w 2962275"/>
                <a:gd name="connsiteY5" fmla="*/ 1480509 h 1647825"/>
                <a:gd name="connsiteX6" fmla="*/ 1679734 w 2962275"/>
                <a:gd name="connsiteY6" fmla="*/ 1212857 h 1647825"/>
                <a:gd name="connsiteX7" fmla="*/ 1635919 w 2962275"/>
                <a:gd name="connsiteY7" fmla="*/ 1318584 h 1647825"/>
                <a:gd name="connsiteX8" fmla="*/ 1545431 w 2962275"/>
                <a:gd name="connsiteY8" fmla="*/ 1534802 h 1647825"/>
                <a:gd name="connsiteX9" fmla="*/ 1611154 w 2962275"/>
                <a:gd name="connsiteY9" fmla="*/ 1642434 h 1647825"/>
                <a:gd name="connsiteX10" fmla="*/ 2892266 w 2962275"/>
                <a:gd name="connsiteY10" fmla="*/ 1312869 h 1647825"/>
                <a:gd name="connsiteX11" fmla="*/ 2949416 w 2962275"/>
                <a:gd name="connsiteY11" fmla="*/ 1175709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62275" h="1647825">
                  <a:moveTo>
                    <a:pt x="2949416" y="1175709"/>
                  </a:moveTo>
                  <a:lnTo>
                    <a:pt x="2279809" y="35567"/>
                  </a:lnTo>
                  <a:cubicBezTo>
                    <a:pt x="2251234" y="-13011"/>
                    <a:pt x="2182654" y="3182"/>
                    <a:pt x="2156936" y="65094"/>
                  </a:cubicBezTo>
                  <a:lnTo>
                    <a:pt x="2066449" y="281312"/>
                  </a:lnTo>
                  <a:lnTo>
                    <a:pt x="2044541" y="334652"/>
                  </a:lnTo>
                  <a:cubicBezTo>
                    <a:pt x="1846421" y="255594"/>
                    <a:pt x="329089" y="-290188"/>
                    <a:pt x="7144" y="1480509"/>
                  </a:cubicBezTo>
                  <a:cubicBezTo>
                    <a:pt x="7144" y="1480509"/>
                    <a:pt x="930116" y="520389"/>
                    <a:pt x="1679734" y="1212857"/>
                  </a:cubicBezTo>
                  <a:lnTo>
                    <a:pt x="1635919" y="1318584"/>
                  </a:lnTo>
                  <a:lnTo>
                    <a:pt x="1545431" y="1534802"/>
                  </a:lnTo>
                  <a:cubicBezTo>
                    <a:pt x="1519714" y="1596714"/>
                    <a:pt x="1556861" y="1656722"/>
                    <a:pt x="1611154" y="1642434"/>
                  </a:cubicBezTo>
                  <a:lnTo>
                    <a:pt x="2892266" y="1312869"/>
                  </a:lnTo>
                  <a:cubicBezTo>
                    <a:pt x="2946559" y="1298582"/>
                    <a:pt x="2977039" y="1223334"/>
                    <a:pt x="2949416" y="11757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88900" dist="38100" dir="2700000" algn="tl" rotWithShape="0">
                <a:prstClr val="black">
                  <a:alpha val="23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39710CC6-1C60-6775-81A5-708EA10B658A}"/>
                </a:ext>
              </a:extLst>
            </p:cNvPr>
            <p:cNvSpPr/>
            <p:nvPr/>
          </p:nvSpPr>
          <p:spPr>
            <a:xfrm>
              <a:off x="10025765" y="2565870"/>
              <a:ext cx="2781300" cy="1419225"/>
            </a:xfrm>
            <a:custGeom>
              <a:avLst/>
              <a:gdLst>
                <a:gd name="connsiteX0" fmla="*/ 2766536 w 2781300"/>
                <a:gd name="connsiteY0" fmla="*/ 1014600 h 1419225"/>
                <a:gd name="connsiteX1" fmla="*/ 2189321 w 2781300"/>
                <a:gd name="connsiteY1" fmla="*/ 31620 h 1419225"/>
                <a:gd name="connsiteX2" fmla="*/ 2083594 w 2781300"/>
                <a:gd name="connsiteY2" fmla="*/ 56385 h 1419225"/>
                <a:gd name="connsiteX3" fmla="*/ 2005489 w 2781300"/>
                <a:gd name="connsiteY3" fmla="*/ 243075 h 1419225"/>
                <a:gd name="connsiteX4" fmla="*/ 1986439 w 2781300"/>
                <a:gd name="connsiteY4" fmla="*/ 289747 h 1419225"/>
                <a:gd name="connsiteX5" fmla="*/ 7144 w 2781300"/>
                <a:gd name="connsiteY5" fmla="*/ 1176525 h 1419225"/>
                <a:gd name="connsiteX6" fmla="*/ 1672114 w 2781300"/>
                <a:gd name="connsiteY6" fmla="*/ 1046985 h 1419225"/>
                <a:gd name="connsiteX7" fmla="*/ 1634014 w 2781300"/>
                <a:gd name="connsiteY7" fmla="*/ 1138425 h 1419225"/>
                <a:gd name="connsiteX8" fmla="*/ 1555909 w 2781300"/>
                <a:gd name="connsiteY8" fmla="*/ 1325115 h 1419225"/>
                <a:gd name="connsiteX9" fmla="*/ 1613059 w 2781300"/>
                <a:gd name="connsiteY9" fmla="*/ 1417507 h 1419225"/>
                <a:gd name="connsiteX10" fmla="*/ 2717959 w 2781300"/>
                <a:gd name="connsiteY10" fmla="*/ 1132710 h 1419225"/>
                <a:gd name="connsiteX11" fmla="*/ 2766536 w 2781300"/>
                <a:gd name="connsiteY11" fmla="*/ 1014600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1300" h="1419225">
                  <a:moveTo>
                    <a:pt x="2766536" y="1014600"/>
                  </a:moveTo>
                  <a:lnTo>
                    <a:pt x="2189321" y="31620"/>
                  </a:lnTo>
                  <a:cubicBezTo>
                    <a:pt x="2164556" y="-10290"/>
                    <a:pt x="2105501" y="3997"/>
                    <a:pt x="2083594" y="56385"/>
                  </a:cubicBezTo>
                  <a:lnTo>
                    <a:pt x="2005489" y="243075"/>
                  </a:lnTo>
                  <a:lnTo>
                    <a:pt x="1986439" y="289747"/>
                  </a:lnTo>
                  <a:cubicBezTo>
                    <a:pt x="1815941" y="221167"/>
                    <a:pt x="430054" y="-369383"/>
                    <a:pt x="7144" y="1176525"/>
                  </a:cubicBezTo>
                  <a:cubicBezTo>
                    <a:pt x="7144" y="1176525"/>
                    <a:pt x="883444" y="364042"/>
                    <a:pt x="1672114" y="1046985"/>
                  </a:cubicBezTo>
                  <a:lnTo>
                    <a:pt x="1634014" y="1138425"/>
                  </a:lnTo>
                  <a:lnTo>
                    <a:pt x="1555909" y="1325115"/>
                  </a:lnTo>
                  <a:cubicBezTo>
                    <a:pt x="1534001" y="1378455"/>
                    <a:pt x="1565434" y="1429890"/>
                    <a:pt x="1613059" y="1417507"/>
                  </a:cubicBezTo>
                  <a:lnTo>
                    <a:pt x="2717959" y="1132710"/>
                  </a:lnTo>
                  <a:cubicBezTo>
                    <a:pt x="2764631" y="1121280"/>
                    <a:pt x="2791301" y="1056510"/>
                    <a:pt x="2766536" y="101460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CA3B3EF-293F-5C04-DDCD-F6F1BF1F7C9B}"/>
                </a:ext>
              </a:extLst>
            </p:cNvPr>
            <p:cNvSpPr/>
            <p:nvPr/>
          </p:nvSpPr>
          <p:spPr>
            <a:xfrm>
              <a:off x="10110537" y="2950320"/>
              <a:ext cx="2619375" cy="962025"/>
            </a:xfrm>
            <a:custGeom>
              <a:avLst/>
              <a:gdLst>
                <a:gd name="connsiteX0" fmla="*/ 2610326 w 2619375"/>
                <a:gd name="connsiteY0" fmla="*/ 618720 h 962025"/>
                <a:gd name="connsiteX1" fmla="*/ 2568416 w 2619375"/>
                <a:gd name="connsiteY1" fmla="*/ 715875 h 962025"/>
                <a:gd name="connsiteX2" fmla="*/ 1608296 w 2619375"/>
                <a:gd name="connsiteY2" fmla="*/ 960667 h 962025"/>
                <a:gd name="connsiteX3" fmla="*/ 1559719 w 2619375"/>
                <a:gd name="connsiteY3" fmla="*/ 884467 h 962025"/>
                <a:gd name="connsiteX4" fmla="*/ 1625441 w 2619375"/>
                <a:gd name="connsiteY4" fmla="*/ 730162 h 962025"/>
                <a:gd name="connsiteX5" fmla="*/ 1657826 w 2619375"/>
                <a:gd name="connsiteY5" fmla="*/ 654915 h 962025"/>
                <a:gd name="connsiteX6" fmla="*/ 7144 w 2619375"/>
                <a:gd name="connsiteY6" fmla="*/ 645390 h 962025"/>
                <a:gd name="connsiteX7" fmla="*/ 1212056 w 2619375"/>
                <a:gd name="connsiteY7" fmla="*/ 9120 h 962025"/>
                <a:gd name="connsiteX8" fmla="*/ 2610326 w 2619375"/>
                <a:gd name="connsiteY8" fmla="*/ 618720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9375" h="962025">
                  <a:moveTo>
                    <a:pt x="2610326" y="618720"/>
                  </a:moveTo>
                  <a:cubicBezTo>
                    <a:pt x="2630329" y="653010"/>
                    <a:pt x="2608421" y="706350"/>
                    <a:pt x="2568416" y="715875"/>
                  </a:cubicBezTo>
                  <a:lnTo>
                    <a:pt x="1608296" y="960667"/>
                  </a:lnTo>
                  <a:cubicBezTo>
                    <a:pt x="1568291" y="971145"/>
                    <a:pt x="1541621" y="928282"/>
                    <a:pt x="1559719" y="884467"/>
                  </a:cubicBezTo>
                  <a:lnTo>
                    <a:pt x="1625441" y="730162"/>
                  </a:lnTo>
                  <a:lnTo>
                    <a:pt x="1657826" y="654915"/>
                  </a:lnTo>
                  <a:cubicBezTo>
                    <a:pt x="888206" y="-45173"/>
                    <a:pt x="7144" y="645390"/>
                    <a:pt x="7144" y="645390"/>
                  </a:cubicBezTo>
                  <a:cubicBezTo>
                    <a:pt x="18574" y="605385"/>
                    <a:pt x="585311" y="-32790"/>
                    <a:pt x="1212056" y="9120"/>
                  </a:cubicBezTo>
                  <a:cubicBezTo>
                    <a:pt x="1839754" y="51982"/>
                    <a:pt x="2610326" y="618720"/>
                    <a:pt x="2610326" y="61872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1EDF78-9995-2652-B6AC-EF5AADF0D0BC}"/>
              </a:ext>
            </a:extLst>
          </p:cNvPr>
          <p:cNvSpPr/>
          <p:nvPr/>
        </p:nvSpPr>
        <p:spPr>
          <a:xfrm>
            <a:off x="1188732" y="2216921"/>
            <a:ext cx="4504900" cy="3047288"/>
          </a:xfrm>
          <a:prstGeom prst="roundRect">
            <a:avLst>
              <a:gd name="adj" fmla="val 45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" dist="12700" dir="27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DB6DF4-34CB-7431-B27B-76BD87DE7A7E}"/>
              </a:ext>
            </a:extLst>
          </p:cNvPr>
          <p:cNvSpPr/>
          <p:nvPr/>
        </p:nvSpPr>
        <p:spPr>
          <a:xfrm>
            <a:off x="6667089" y="2211298"/>
            <a:ext cx="4609238" cy="3049193"/>
          </a:xfrm>
          <a:prstGeom prst="roundRect">
            <a:avLst>
              <a:gd name="adj" fmla="val 45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" dist="12700" dir="27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yellow star on top of a graph&#10;&#10;Description automatically generated">
            <a:extLst>
              <a:ext uri="{FF2B5EF4-FFF2-40B4-BE49-F238E27FC236}">
                <a16:creationId xmlns:a16="http://schemas.microsoft.com/office/drawing/2014/main" id="{523E5999-738C-D6AD-784F-7F97ED4062E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59197" y="56104"/>
            <a:ext cx="338554" cy="338554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68B4B1A8-7CB8-4699-3DD5-2F4ABFEB118A}"/>
              </a:ext>
            </a:extLst>
          </p:cNvPr>
          <p:cNvGrpSpPr/>
          <p:nvPr/>
        </p:nvGrpSpPr>
        <p:grpSpPr>
          <a:xfrm>
            <a:off x="4748954" y="708013"/>
            <a:ext cx="2694091" cy="2118573"/>
            <a:chOff x="4582391" y="631095"/>
            <a:chExt cx="2694091" cy="2118573"/>
          </a:xfrm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4A831381-EC16-6FAD-99DE-074F5D1C58C6}"/>
                </a:ext>
              </a:extLst>
            </p:cNvPr>
            <p:cNvSpPr/>
            <p:nvPr/>
          </p:nvSpPr>
          <p:spPr>
            <a:xfrm>
              <a:off x="4582391" y="631095"/>
              <a:ext cx="2694091" cy="1679837"/>
            </a:xfrm>
            <a:prstGeom prst="roundRect">
              <a:avLst>
                <a:gd name="adj" fmla="val 3266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7F861B8-B0BB-776B-9AB3-6364C4F9ACEF}"/>
                </a:ext>
              </a:extLst>
            </p:cNvPr>
            <p:cNvGrpSpPr/>
            <p:nvPr/>
          </p:nvGrpSpPr>
          <p:grpSpPr>
            <a:xfrm>
              <a:off x="4641430" y="692968"/>
              <a:ext cx="2531251" cy="2056700"/>
              <a:chOff x="523142" y="1946715"/>
              <a:chExt cx="2531251" cy="205670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209FCCDE-B380-1E9C-7577-5A6DB9395854}"/>
                  </a:ext>
                </a:extLst>
              </p:cNvPr>
              <p:cNvGrpSpPr/>
              <p:nvPr/>
            </p:nvGrpSpPr>
            <p:grpSpPr>
              <a:xfrm>
                <a:off x="684490" y="2048250"/>
                <a:ext cx="2369903" cy="1955165"/>
                <a:chOff x="3898675" y="1981200"/>
                <a:chExt cx="1979666" cy="1633220"/>
              </a:xfrm>
            </p:grpSpPr>
            <p:sp>
              <p:nvSpPr>
                <p:cNvPr id="65" name="Freeform 4">
                  <a:extLst>
                    <a:ext uri="{FF2B5EF4-FFF2-40B4-BE49-F238E27FC236}">
                      <a16:creationId xmlns:a16="http://schemas.microsoft.com/office/drawing/2014/main" id="{C7C98B95-36E9-7E35-DEE3-0E0EA1BEA7D0}"/>
                    </a:ext>
                  </a:extLst>
                </p:cNvPr>
                <p:cNvSpPr/>
                <p:nvPr/>
              </p:nvSpPr>
              <p:spPr>
                <a:xfrm>
                  <a:off x="4018914" y="1981200"/>
                  <a:ext cx="1721233" cy="864930"/>
                </a:xfrm>
                <a:custGeom>
                  <a:avLst/>
                  <a:gdLst>
                    <a:gd name="connsiteX0" fmla="*/ 774095 w 1544320"/>
                    <a:gd name="connsiteY0" fmla="*/ 2 h 776030"/>
                    <a:gd name="connsiteX1" fmla="*/ 1160473 w 1544320"/>
                    <a:gd name="connsiteY1" fmla="*/ 104743 h 776030"/>
                    <a:gd name="connsiteX2" fmla="*/ 1544311 w 1544320"/>
                    <a:gd name="connsiteY2" fmla="*/ 776030 h 776030"/>
                    <a:gd name="connsiteX3" fmla="*/ 772160 w 1544320"/>
                    <a:gd name="connsiteY3" fmla="*/ 772159 h 776030"/>
                    <a:gd name="connsiteX4" fmla="*/ 0 w 1544320"/>
                    <a:gd name="connsiteY4" fmla="*/ 772159 h 776030"/>
                    <a:gd name="connsiteX5" fmla="*/ 387198 w 1544320"/>
                    <a:gd name="connsiteY5" fmla="*/ 102805 h 776030"/>
                    <a:gd name="connsiteX6" fmla="*/ 774095 w 1544320"/>
                    <a:gd name="connsiteY6" fmla="*/ 2 h 776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44320" h="776030">
                      <a:moveTo>
                        <a:pt x="774095" y="2"/>
                      </a:moveTo>
                      <a:cubicBezTo>
                        <a:pt x="907616" y="336"/>
                        <a:pt x="1041051" y="35262"/>
                        <a:pt x="1160473" y="104743"/>
                      </a:cubicBezTo>
                      <a:cubicBezTo>
                        <a:pt x="1399316" y="243706"/>
                        <a:pt x="1545696" y="499706"/>
                        <a:pt x="1544311" y="776030"/>
                      </a:cubicBezTo>
                      <a:lnTo>
                        <a:pt x="772160" y="772159"/>
                      </a:lnTo>
                      <a:lnTo>
                        <a:pt x="0" y="772159"/>
                      </a:lnTo>
                      <a:cubicBezTo>
                        <a:pt x="0" y="495832"/>
                        <a:pt x="147661" y="240568"/>
                        <a:pt x="387198" y="102805"/>
                      </a:cubicBezTo>
                      <a:cubicBezTo>
                        <a:pt x="506966" y="33923"/>
                        <a:pt x="640574" y="-333"/>
                        <a:pt x="774095" y="2"/>
                      </a:cubicBezTo>
                      <a:close/>
                    </a:path>
                  </a:pathLst>
                </a:custGeom>
                <a:solidFill>
                  <a:schemeClr val="tx1">
                    <a:lumMod val="90000"/>
                    <a:lumOff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 6">
                  <a:extLst>
                    <a:ext uri="{FF2B5EF4-FFF2-40B4-BE49-F238E27FC236}">
                      <a16:creationId xmlns:a16="http://schemas.microsoft.com/office/drawing/2014/main" id="{6AEC3B9F-79E9-CFF1-4451-5C08D1348B69}"/>
                    </a:ext>
                  </a:extLst>
                </p:cNvPr>
                <p:cNvSpPr/>
                <p:nvPr/>
              </p:nvSpPr>
              <p:spPr>
                <a:xfrm>
                  <a:off x="4107370" y="2070100"/>
                  <a:ext cx="1544320" cy="776030"/>
                </a:xfrm>
                <a:custGeom>
                  <a:avLst/>
                  <a:gdLst>
                    <a:gd name="connsiteX0" fmla="*/ 774095 w 1544320"/>
                    <a:gd name="connsiteY0" fmla="*/ 2 h 776030"/>
                    <a:gd name="connsiteX1" fmla="*/ 1160473 w 1544320"/>
                    <a:gd name="connsiteY1" fmla="*/ 104743 h 776030"/>
                    <a:gd name="connsiteX2" fmla="*/ 1544311 w 1544320"/>
                    <a:gd name="connsiteY2" fmla="*/ 776030 h 776030"/>
                    <a:gd name="connsiteX3" fmla="*/ 772160 w 1544320"/>
                    <a:gd name="connsiteY3" fmla="*/ 772159 h 776030"/>
                    <a:gd name="connsiteX4" fmla="*/ 0 w 1544320"/>
                    <a:gd name="connsiteY4" fmla="*/ 772159 h 776030"/>
                    <a:gd name="connsiteX5" fmla="*/ 387198 w 1544320"/>
                    <a:gd name="connsiteY5" fmla="*/ 102805 h 776030"/>
                    <a:gd name="connsiteX6" fmla="*/ 774095 w 1544320"/>
                    <a:gd name="connsiteY6" fmla="*/ 2 h 776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44320" h="776030">
                      <a:moveTo>
                        <a:pt x="774095" y="2"/>
                      </a:moveTo>
                      <a:cubicBezTo>
                        <a:pt x="907616" y="336"/>
                        <a:pt x="1041051" y="35262"/>
                        <a:pt x="1160473" y="104743"/>
                      </a:cubicBezTo>
                      <a:cubicBezTo>
                        <a:pt x="1399316" y="243706"/>
                        <a:pt x="1545696" y="499706"/>
                        <a:pt x="1544311" y="776030"/>
                      </a:cubicBezTo>
                      <a:lnTo>
                        <a:pt x="772160" y="772159"/>
                      </a:lnTo>
                      <a:lnTo>
                        <a:pt x="0" y="772159"/>
                      </a:lnTo>
                      <a:cubicBezTo>
                        <a:pt x="0" y="495832"/>
                        <a:pt x="147661" y="240568"/>
                        <a:pt x="387198" y="102805"/>
                      </a:cubicBezTo>
                      <a:cubicBezTo>
                        <a:pt x="506966" y="33923"/>
                        <a:pt x="640574" y="-333"/>
                        <a:pt x="774095" y="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Pie 7">
                  <a:extLst>
                    <a:ext uri="{FF2B5EF4-FFF2-40B4-BE49-F238E27FC236}">
                      <a16:creationId xmlns:a16="http://schemas.microsoft.com/office/drawing/2014/main" id="{3A9E0671-3463-C450-AC1A-7485CD5738F1}"/>
                    </a:ext>
                  </a:extLst>
                </p:cNvPr>
                <p:cNvSpPr/>
                <p:nvPr/>
              </p:nvSpPr>
              <p:spPr>
                <a:xfrm>
                  <a:off x="4107370" y="2070100"/>
                  <a:ext cx="1544320" cy="1544320"/>
                </a:xfrm>
                <a:prstGeom prst="pie">
                  <a:avLst>
                    <a:gd name="adj1" fmla="val 17356638"/>
                    <a:gd name="adj2" fmla="val 21094548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Freeform 157">
                  <a:extLst>
                    <a:ext uri="{FF2B5EF4-FFF2-40B4-BE49-F238E27FC236}">
                      <a16:creationId xmlns:a16="http://schemas.microsoft.com/office/drawing/2014/main" id="{74BB521A-BA6A-1843-548C-6AEA1228E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39517" y="2400301"/>
                  <a:ext cx="880027" cy="442912"/>
                </a:xfrm>
                <a:custGeom>
                  <a:avLst/>
                  <a:gdLst/>
                  <a:ahLst/>
                  <a:cxnLst>
                    <a:cxn ang="0">
                      <a:pos x="475" y="238"/>
                    </a:cxn>
                    <a:cxn ang="0">
                      <a:pos x="237" y="0"/>
                    </a:cxn>
                    <a:cxn ang="0">
                      <a:pos x="0" y="238"/>
                    </a:cxn>
                    <a:cxn ang="0">
                      <a:pos x="475" y="238"/>
                    </a:cxn>
                  </a:cxnLst>
                  <a:rect l="0" t="0" r="r" b="b"/>
                  <a:pathLst>
                    <a:path w="475" h="238">
                      <a:moveTo>
                        <a:pt x="475" y="238"/>
                      </a:moveTo>
                      <a:cubicBezTo>
                        <a:pt x="475" y="106"/>
                        <a:pt x="368" y="0"/>
                        <a:pt x="237" y="0"/>
                      </a:cubicBezTo>
                      <a:cubicBezTo>
                        <a:pt x="106" y="0"/>
                        <a:pt x="0" y="106"/>
                        <a:pt x="0" y="238"/>
                      </a:cubicBezTo>
                      <a:lnTo>
                        <a:pt x="475" y="23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  <a:tint val="66000"/>
                        <a:satMod val="160000"/>
                      </a:schemeClr>
                    </a:gs>
                    <a:gs pos="50000">
                      <a:schemeClr val="tx1">
                        <a:lumMod val="50000"/>
                        <a:lumOff val="50000"/>
                        <a:tint val="44500"/>
                        <a:satMod val="160000"/>
                      </a:schemeClr>
                    </a:gs>
                    <a:gs pos="100000">
                      <a:schemeClr val="tx1">
                        <a:lumMod val="50000"/>
                        <a:lumOff val="5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000" b="1"/>
                </a:p>
              </p:txBody>
            </p:sp>
            <p:sp>
              <p:nvSpPr>
                <p:cNvPr id="69" name="Rounded Rectangle 9">
                  <a:extLst>
                    <a:ext uri="{FF2B5EF4-FFF2-40B4-BE49-F238E27FC236}">
                      <a16:creationId xmlns:a16="http://schemas.microsoft.com/office/drawing/2014/main" id="{41A2C069-A5FF-5C4D-03B4-120AEECAC1CC}"/>
                    </a:ext>
                  </a:extLst>
                </p:cNvPr>
                <p:cNvSpPr/>
                <p:nvPr/>
              </p:nvSpPr>
              <p:spPr>
                <a:xfrm>
                  <a:off x="3898675" y="2833687"/>
                  <a:ext cx="1979666" cy="3597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>
                      <a:solidFill>
                        <a:srgbClr val="FF0000"/>
                      </a:solidFill>
                    </a:rPr>
                    <a:t>99.70%</a:t>
                  </a: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5F2B950-7F51-6B77-E732-BB073F5DEC0F}"/>
                  </a:ext>
                </a:extLst>
              </p:cNvPr>
              <p:cNvGrpSpPr/>
              <p:nvPr/>
            </p:nvGrpSpPr>
            <p:grpSpPr>
              <a:xfrm rot="4579138">
                <a:off x="1049703" y="2260013"/>
                <a:ext cx="1639474" cy="1639474"/>
                <a:chOff x="6085658" y="1610089"/>
                <a:chExt cx="1369512" cy="1369512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BEFCCB95-E2DD-1FDD-64BF-B0F5008E4834}"/>
                    </a:ext>
                  </a:extLst>
                </p:cNvPr>
                <p:cNvSpPr/>
                <p:nvPr/>
              </p:nvSpPr>
              <p:spPr>
                <a:xfrm>
                  <a:off x="6085658" y="1610089"/>
                  <a:ext cx="1369512" cy="1369512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79859B0A-0A68-F14E-B84D-C3FFBF51451E}"/>
                    </a:ext>
                  </a:extLst>
                </p:cNvPr>
                <p:cNvGrpSpPr/>
                <p:nvPr/>
              </p:nvGrpSpPr>
              <p:grpSpPr>
                <a:xfrm>
                  <a:off x="6689451" y="1653858"/>
                  <a:ext cx="161926" cy="676274"/>
                  <a:chOff x="3878262" y="1945483"/>
                  <a:chExt cx="161926" cy="676274"/>
                </a:xfrm>
              </p:grpSpPr>
              <p:sp>
                <p:nvSpPr>
                  <p:cNvPr id="62" name="Isosceles Triangle 61">
                    <a:extLst>
                      <a:ext uri="{FF2B5EF4-FFF2-40B4-BE49-F238E27FC236}">
                        <a16:creationId xmlns:a16="http://schemas.microsoft.com/office/drawing/2014/main" id="{27178A7B-A6A2-6D3F-507F-C3FB6D44E3A9}"/>
                      </a:ext>
                    </a:extLst>
                  </p:cNvPr>
                  <p:cNvSpPr/>
                  <p:nvPr/>
                </p:nvSpPr>
                <p:spPr>
                  <a:xfrm>
                    <a:off x="3897833" y="1945483"/>
                    <a:ext cx="122784" cy="632142"/>
                  </a:xfrm>
                  <a:prstGeom prst="triangl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70F09744-7DF8-8798-2FCA-A3CB3A117055}"/>
                      </a:ext>
                    </a:extLst>
                  </p:cNvPr>
                  <p:cNvSpPr/>
                  <p:nvPr/>
                </p:nvSpPr>
                <p:spPr>
                  <a:xfrm>
                    <a:off x="3878262" y="2459831"/>
                    <a:ext cx="161926" cy="161926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32388D8-0CD7-A3B9-E2ED-6A0F70442174}"/>
                      </a:ext>
                    </a:extLst>
                  </p:cNvPr>
                  <p:cNvSpPr/>
                  <p:nvPr/>
                </p:nvSpPr>
                <p:spPr>
                  <a:xfrm>
                    <a:off x="3926408" y="2507977"/>
                    <a:ext cx="65634" cy="6563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76D68C6-E018-DA9C-C99C-5DF09B0CB111}"/>
                  </a:ext>
                </a:extLst>
              </p:cNvPr>
              <p:cNvSpPr/>
              <p:nvPr/>
            </p:nvSpPr>
            <p:spPr>
              <a:xfrm flipH="1">
                <a:off x="523142" y="1946715"/>
                <a:ext cx="773738" cy="21544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r>
                  <a: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TARGET 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A2DC7F-8A5F-D9F9-D3CC-241331BCD09B}"/>
              </a:ext>
            </a:extLst>
          </p:cNvPr>
          <p:cNvGrpSpPr/>
          <p:nvPr/>
        </p:nvGrpSpPr>
        <p:grpSpPr>
          <a:xfrm>
            <a:off x="9153896" y="1569932"/>
            <a:ext cx="2242041" cy="505197"/>
            <a:chOff x="8118406" y="364134"/>
            <a:chExt cx="2449037" cy="85858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6EBED3-51D8-125A-DCA0-4BED0028C47F}"/>
                </a:ext>
              </a:extLst>
            </p:cNvPr>
            <p:cNvSpPr/>
            <p:nvPr/>
          </p:nvSpPr>
          <p:spPr>
            <a:xfrm>
              <a:off x="8352841" y="364134"/>
              <a:ext cx="1980169" cy="858587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45478534-448E-E56B-3CAA-76ACE378D0EB}"/>
                </a:ext>
              </a:extLst>
            </p:cNvPr>
            <p:cNvSpPr txBox="1"/>
            <p:nvPr/>
          </p:nvSpPr>
          <p:spPr>
            <a:xfrm>
              <a:off x="8118406" y="458693"/>
              <a:ext cx="2449037" cy="6694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1300" b="1" dirty="0">
                  <a:solidFill>
                    <a:schemeClr val="bg1"/>
                  </a:solidFill>
                </a:rPr>
                <a:t>Total MTD Back jobs  </a:t>
              </a:r>
            </a:p>
            <a:p>
              <a:pPr algn="ctr"/>
              <a:r>
                <a:rPr lang="en-US" sz="18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Karbon Semibold" panose="00000700000000000000" pitchFamily="50" charset="0"/>
                  <a:cs typeface="Calibri"/>
                </a:rPr>
                <a:t>15</a:t>
              </a:r>
              <a:endParaRPr lang="en-CA" sz="1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Semibold" panose="00000700000000000000" pitchFamily="50" charset="0"/>
                <a:cs typeface="Calibri"/>
              </a:endParaRPr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3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2737657"/>
              </p:ext>
            </p:extLst>
          </p:nvPr>
        </p:nvGraphicFramePr>
        <p:xfrm>
          <a:off x="1250899" y="2322590"/>
          <a:ext cx="4385370" cy="285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3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4305106"/>
              </p:ext>
            </p:extLst>
          </p:nvPr>
        </p:nvGraphicFramePr>
        <p:xfrm>
          <a:off x="6731697" y="2291172"/>
          <a:ext cx="4449621" cy="2887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7580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B2EB3-E923-7370-9EB1-3CE47175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F4B754-7DA3-C054-7199-F3FECEAAB4B3}"/>
              </a:ext>
            </a:extLst>
          </p:cNvPr>
          <p:cNvSpPr/>
          <p:nvPr/>
        </p:nvSpPr>
        <p:spPr>
          <a:xfrm>
            <a:off x="-1" y="1986178"/>
            <a:ext cx="12192001" cy="3568859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28414D"/>
              </a:gs>
              <a:gs pos="71000">
                <a:schemeClr val="bg1">
                  <a:shade val="675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12700" dir="5400000" algn="ctr" rotWithShape="0">
              <a:srgbClr val="00010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F9A2A9C-52B2-6619-1792-75E3663C7B30}"/>
              </a:ext>
            </a:extLst>
          </p:cNvPr>
          <p:cNvSpPr/>
          <p:nvPr/>
        </p:nvSpPr>
        <p:spPr>
          <a:xfrm>
            <a:off x="6301112" y="3414698"/>
            <a:ext cx="5566050" cy="1636411"/>
          </a:xfrm>
          <a:prstGeom prst="roundRect">
            <a:avLst>
              <a:gd name="adj" fmla="val 396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76200"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F8EA65A9-AB5A-3E16-27D2-4100BF0AB0B5}"/>
              </a:ext>
            </a:extLst>
          </p:cNvPr>
          <p:cNvSpPr/>
          <p:nvPr/>
        </p:nvSpPr>
        <p:spPr>
          <a:xfrm>
            <a:off x="429556" y="3445707"/>
            <a:ext cx="5566050" cy="1636411"/>
          </a:xfrm>
          <a:prstGeom prst="roundRect">
            <a:avLst>
              <a:gd name="adj" fmla="val 396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76200"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A065B166-8A91-7060-33C0-FB993C70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4</a:t>
            </a:fld>
            <a:endParaRPr lang="en-US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3296CD90-8C93-D2E0-09BB-644A2A24C85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63526" y="6356350"/>
            <a:ext cx="5443592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BA44AF-49DC-CE37-FB47-D7EAFFCC70E9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7">
            <a:extLst>
              <a:ext uri="{FF2B5EF4-FFF2-40B4-BE49-F238E27FC236}">
                <a16:creationId xmlns:a16="http://schemas.microsoft.com/office/drawing/2014/main" id="{44266EC0-CC82-02D4-F2C1-985BDA693365}"/>
              </a:ext>
            </a:extLst>
          </p:cNvPr>
          <p:cNvSpPr txBox="1">
            <a:spLocks/>
          </p:cNvSpPr>
          <p:nvPr/>
        </p:nvSpPr>
        <p:spPr>
          <a:xfrm>
            <a:off x="11101754" y="6356350"/>
            <a:ext cx="826720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E96FE1-D738-EF4B-BD0E-475F24C83B1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" name="Footer Placeholder 58">
            <a:extLst>
              <a:ext uri="{FF2B5EF4-FFF2-40B4-BE49-F238E27FC236}">
                <a16:creationId xmlns:a16="http://schemas.microsoft.com/office/drawing/2014/main" id="{D3180FBC-1629-767E-CD26-9C02716BA49A}"/>
              </a:ext>
            </a:extLst>
          </p:cNvPr>
          <p:cNvSpPr txBox="1">
            <a:spLocks/>
          </p:cNvSpPr>
          <p:nvPr/>
        </p:nvSpPr>
        <p:spPr>
          <a:xfrm>
            <a:off x="263525" y="6356350"/>
            <a:ext cx="10838229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9F17BD-EB7E-A4C0-6179-A0ED933DD663}"/>
              </a:ext>
            </a:extLst>
          </p:cNvPr>
          <p:cNvSpPr txBox="1"/>
          <p:nvPr/>
        </p:nvSpPr>
        <p:spPr>
          <a:xfrm>
            <a:off x="0" y="25729"/>
            <a:ext cx="695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Overall, No. of Damages &amp; Damage Ratio</a:t>
            </a:r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  <a:ea typeface="Fira Sans Extra Condensed Medium"/>
                <a:cs typeface="Fira Sans Extra Condensed Medium"/>
                <a:sym typeface="Fira Sans Extra Condensed Medium"/>
              </a:rPr>
              <a:t/>
            </a:r>
            <a:endParaRPr lang="en-US" sz="2000">
              <a:solidFill>
                <a:schemeClr val="bg1">
                  <a:alpha val="38000"/>
                </a:schemeClr>
              </a:solidFill>
              <a:latin typeface="Karbon Semibold" panose="00000700000000000000" pitchFamily="50" charset="0"/>
            </a:endParaRPr>
          </a:p>
        </p:txBody>
      </p:sp>
      <p:grpSp>
        <p:nvGrpSpPr>
          <p:cNvPr id="92" name="Graphic 73">
            <a:extLst>
              <a:ext uri="{FF2B5EF4-FFF2-40B4-BE49-F238E27FC236}">
                <a16:creationId xmlns:a16="http://schemas.microsoft.com/office/drawing/2014/main" id="{98F9407D-9A94-F753-B818-BBC2E2CC2DEB}"/>
              </a:ext>
            </a:extLst>
          </p:cNvPr>
          <p:cNvGrpSpPr/>
          <p:nvPr/>
        </p:nvGrpSpPr>
        <p:grpSpPr>
          <a:xfrm rot="20015030">
            <a:off x="5904100" y="4072612"/>
            <a:ext cx="723421" cy="402417"/>
            <a:chOff x="9927652" y="2427622"/>
            <a:chExt cx="2962273" cy="164782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DD8A962-D58A-8C82-7F6C-ED300D506235}"/>
                </a:ext>
              </a:extLst>
            </p:cNvPr>
            <p:cNvSpPr/>
            <p:nvPr/>
          </p:nvSpPr>
          <p:spPr>
            <a:xfrm>
              <a:off x="9927652" y="2427622"/>
              <a:ext cx="2962273" cy="1647825"/>
            </a:xfrm>
            <a:custGeom>
              <a:avLst/>
              <a:gdLst>
                <a:gd name="connsiteX0" fmla="*/ 2949416 w 2962275"/>
                <a:gd name="connsiteY0" fmla="*/ 1175709 h 1647825"/>
                <a:gd name="connsiteX1" fmla="*/ 2279809 w 2962275"/>
                <a:gd name="connsiteY1" fmla="*/ 35567 h 1647825"/>
                <a:gd name="connsiteX2" fmla="*/ 2156936 w 2962275"/>
                <a:gd name="connsiteY2" fmla="*/ 65094 h 1647825"/>
                <a:gd name="connsiteX3" fmla="*/ 2066449 w 2962275"/>
                <a:gd name="connsiteY3" fmla="*/ 281312 h 1647825"/>
                <a:gd name="connsiteX4" fmla="*/ 2044541 w 2962275"/>
                <a:gd name="connsiteY4" fmla="*/ 334652 h 1647825"/>
                <a:gd name="connsiteX5" fmla="*/ 7144 w 2962275"/>
                <a:gd name="connsiteY5" fmla="*/ 1480509 h 1647825"/>
                <a:gd name="connsiteX6" fmla="*/ 1679734 w 2962275"/>
                <a:gd name="connsiteY6" fmla="*/ 1212857 h 1647825"/>
                <a:gd name="connsiteX7" fmla="*/ 1635919 w 2962275"/>
                <a:gd name="connsiteY7" fmla="*/ 1318584 h 1647825"/>
                <a:gd name="connsiteX8" fmla="*/ 1545431 w 2962275"/>
                <a:gd name="connsiteY8" fmla="*/ 1534802 h 1647825"/>
                <a:gd name="connsiteX9" fmla="*/ 1611154 w 2962275"/>
                <a:gd name="connsiteY9" fmla="*/ 1642434 h 1647825"/>
                <a:gd name="connsiteX10" fmla="*/ 2892266 w 2962275"/>
                <a:gd name="connsiteY10" fmla="*/ 1312869 h 1647825"/>
                <a:gd name="connsiteX11" fmla="*/ 2949416 w 2962275"/>
                <a:gd name="connsiteY11" fmla="*/ 1175709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62275" h="1647825">
                  <a:moveTo>
                    <a:pt x="2949416" y="1175709"/>
                  </a:moveTo>
                  <a:lnTo>
                    <a:pt x="2279809" y="35567"/>
                  </a:lnTo>
                  <a:cubicBezTo>
                    <a:pt x="2251234" y="-13011"/>
                    <a:pt x="2182654" y="3182"/>
                    <a:pt x="2156936" y="65094"/>
                  </a:cubicBezTo>
                  <a:lnTo>
                    <a:pt x="2066449" y="281312"/>
                  </a:lnTo>
                  <a:lnTo>
                    <a:pt x="2044541" y="334652"/>
                  </a:lnTo>
                  <a:cubicBezTo>
                    <a:pt x="1846421" y="255594"/>
                    <a:pt x="329089" y="-290188"/>
                    <a:pt x="7144" y="1480509"/>
                  </a:cubicBezTo>
                  <a:cubicBezTo>
                    <a:pt x="7144" y="1480509"/>
                    <a:pt x="930116" y="520389"/>
                    <a:pt x="1679734" y="1212857"/>
                  </a:cubicBezTo>
                  <a:lnTo>
                    <a:pt x="1635919" y="1318584"/>
                  </a:lnTo>
                  <a:lnTo>
                    <a:pt x="1545431" y="1534802"/>
                  </a:lnTo>
                  <a:cubicBezTo>
                    <a:pt x="1519714" y="1596714"/>
                    <a:pt x="1556861" y="1656722"/>
                    <a:pt x="1611154" y="1642434"/>
                  </a:cubicBezTo>
                  <a:lnTo>
                    <a:pt x="2892266" y="1312869"/>
                  </a:lnTo>
                  <a:cubicBezTo>
                    <a:pt x="2946559" y="1298582"/>
                    <a:pt x="2977039" y="1223334"/>
                    <a:pt x="2949416" y="11757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  <a:effectLst>
              <a:outerShdw blurRad="88900" dist="38100" dir="2700000" algn="tl" rotWithShape="0">
                <a:prstClr val="black">
                  <a:alpha val="23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E5D7B2F-D2E9-9695-CBC2-C579DFF3A08E}"/>
                </a:ext>
              </a:extLst>
            </p:cNvPr>
            <p:cNvSpPr/>
            <p:nvPr/>
          </p:nvSpPr>
          <p:spPr>
            <a:xfrm>
              <a:off x="10025765" y="2565870"/>
              <a:ext cx="2781300" cy="1419225"/>
            </a:xfrm>
            <a:custGeom>
              <a:avLst/>
              <a:gdLst>
                <a:gd name="connsiteX0" fmla="*/ 2766536 w 2781300"/>
                <a:gd name="connsiteY0" fmla="*/ 1014600 h 1419225"/>
                <a:gd name="connsiteX1" fmla="*/ 2189321 w 2781300"/>
                <a:gd name="connsiteY1" fmla="*/ 31620 h 1419225"/>
                <a:gd name="connsiteX2" fmla="*/ 2083594 w 2781300"/>
                <a:gd name="connsiteY2" fmla="*/ 56385 h 1419225"/>
                <a:gd name="connsiteX3" fmla="*/ 2005489 w 2781300"/>
                <a:gd name="connsiteY3" fmla="*/ 243075 h 1419225"/>
                <a:gd name="connsiteX4" fmla="*/ 1986439 w 2781300"/>
                <a:gd name="connsiteY4" fmla="*/ 289747 h 1419225"/>
                <a:gd name="connsiteX5" fmla="*/ 7144 w 2781300"/>
                <a:gd name="connsiteY5" fmla="*/ 1176525 h 1419225"/>
                <a:gd name="connsiteX6" fmla="*/ 1672114 w 2781300"/>
                <a:gd name="connsiteY6" fmla="*/ 1046985 h 1419225"/>
                <a:gd name="connsiteX7" fmla="*/ 1634014 w 2781300"/>
                <a:gd name="connsiteY7" fmla="*/ 1138425 h 1419225"/>
                <a:gd name="connsiteX8" fmla="*/ 1555909 w 2781300"/>
                <a:gd name="connsiteY8" fmla="*/ 1325115 h 1419225"/>
                <a:gd name="connsiteX9" fmla="*/ 1613059 w 2781300"/>
                <a:gd name="connsiteY9" fmla="*/ 1417507 h 1419225"/>
                <a:gd name="connsiteX10" fmla="*/ 2717959 w 2781300"/>
                <a:gd name="connsiteY10" fmla="*/ 1132710 h 1419225"/>
                <a:gd name="connsiteX11" fmla="*/ 2766536 w 2781300"/>
                <a:gd name="connsiteY11" fmla="*/ 1014600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81300" h="1419225">
                  <a:moveTo>
                    <a:pt x="2766536" y="1014600"/>
                  </a:moveTo>
                  <a:lnTo>
                    <a:pt x="2189321" y="31620"/>
                  </a:lnTo>
                  <a:cubicBezTo>
                    <a:pt x="2164556" y="-10290"/>
                    <a:pt x="2105501" y="3997"/>
                    <a:pt x="2083594" y="56385"/>
                  </a:cubicBezTo>
                  <a:lnTo>
                    <a:pt x="2005489" y="243075"/>
                  </a:lnTo>
                  <a:lnTo>
                    <a:pt x="1986439" y="289747"/>
                  </a:lnTo>
                  <a:cubicBezTo>
                    <a:pt x="1815941" y="221167"/>
                    <a:pt x="430054" y="-369383"/>
                    <a:pt x="7144" y="1176525"/>
                  </a:cubicBezTo>
                  <a:cubicBezTo>
                    <a:pt x="7144" y="1176525"/>
                    <a:pt x="883444" y="364042"/>
                    <a:pt x="1672114" y="1046985"/>
                  </a:cubicBezTo>
                  <a:lnTo>
                    <a:pt x="1634014" y="1138425"/>
                  </a:lnTo>
                  <a:lnTo>
                    <a:pt x="1555909" y="1325115"/>
                  </a:lnTo>
                  <a:cubicBezTo>
                    <a:pt x="1534001" y="1378455"/>
                    <a:pt x="1565434" y="1429890"/>
                    <a:pt x="1613059" y="1417507"/>
                  </a:cubicBezTo>
                  <a:lnTo>
                    <a:pt x="2717959" y="1132710"/>
                  </a:lnTo>
                  <a:cubicBezTo>
                    <a:pt x="2764631" y="1121280"/>
                    <a:pt x="2791301" y="1056510"/>
                    <a:pt x="2766536" y="101460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FCE4220-6492-9A59-4D38-EBBB9F204FC7}"/>
                </a:ext>
              </a:extLst>
            </p:cNvPr>
            <p:cNvSpPr/>
            <p:nvPr/>
          </p:nvSpPr>
          <p:spPr>
            <a:xfrm>
              <a:off x="10110537" y="2950320"/>
              <a:ext cx="2619375" cy="962025"/>
            </a:xfrm>
            <a:custGeom>
              <a:avLst/>
              <a:gdLst>
                <a:gd name="connsiteX0" fmla="*/ 2610326 w 2619375"/>
                <a:gd name="connsiteY0" fmla="*/ 618720 h 962025"/>
                <a:gd name="connsiteX1" fmla="*/ 2568416 w 2619375"/>
                <a:gd name="connsiteY1" fmla="*/ 715875 h 962025"/>
                <a:gd name="connsiteX2" fmla="*/ 1608296 w 2619375"/>
                <a:gd name="connsiteY2" fmla="*/ 960667 h 962025"/>
                <a:gd name="connsiteX3" fmla="*/ 1559719 w 2619375"/>
                <a:gd name="connsiteY3" fmla="*/ 884467 h 962025"/>
                <a:gd name="connsiteX4" fmla="*/ 1625441 w 2619375"/>
                <a:gd name="connsiteY4" fmla="*/ 730162 h 962025"/>
                <a:gd name="connsiteX5" fmla="*/ 1657826 w 2619375"/>
                <a:gd name="connsiteY5" fmla="*/ 654915 h 962025"/>
                <a:gd name="connsiteX6" fmla="*/ 7144 w 2619375"/>
                <a:gd name="connsiteY6" fmla="*/ 645390 h 962025"/>
                <a:gd name="connsiteX7" fmla="*/ 1212056 w 2619375"/>
                <a:gd name="connsiteY7" fmla="*/ 9120 h 962025"/>
                <a:gd name="connsiteX8" fmla="*/ 2610326 w 2619375"/>
                <a:gd name="connsiteY8" fmla="*/ 618720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9375" h="962025">
                  <a:moveTo>
                    <a:pt x="2610326" y="618720"/>
                  </a:moveTo>
                  <a:cubicBezTo>
                    <a:pt x="2630329" y="653010"/>
                    <a:pt x="2608421" y="706350"/>
                    <a:pt x="2568416" y="715875"/>
                  </a:cubicBezTo>
                  <a:lnTo>
                    <a:pt x="1608296" y="960667"/>
                  </a:lnTo>
                  <a:cubicBezTo>
                    <a:pt x="1568291" y="971145"/>
                    <a:pt x="1541621" y="928282"/>
                    <a:pt x="1559719" y="884467"/>
                  </a:cubicBezTo>
                  <a:lnTo>
                    <a:pt x="1625441" y="730162"/>
                  </a:lnTo>
                  <a:lnTo>
                    <a:pt x="1657826" y="654915"/>
                  </a:lnTo>
                  <a:cubicBezTo>
                    <a:pt x="888206" y="-45173"/>
                    <a:pt x="7144" y="645390"/>
                    <a:pt x="7144" y="645390"/>
                  </a:cubicBezTo>
                  <a:cubicBezTo>
                    <a:pt x="18574" y="605385"/>
                    <a:pt x="585311" y="-32790"/>
                    <a:pt x="1212056" y="9120"/>
                  </a:cubicBezTo>
                  <a:cubicBezTo>
                    <a:pt x="1839754" y="51982"/>
                    <a:pt x="2610326" y="618720"/>
                    <a:pt x="2610326" y="61872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CEBDCA6-FFC2-CA81-EE20-8E8B033C1894}"/>
              </a:ext>
            </a:extLst>
          </p:cNvPr>
          <p:cNvSpPr/>
          <p:nvPr/>
        </p:nvSpPr>
        <p:spPr>
          <a:xfrm>
            <a:off x="9221233" y="2416037"/>
            <a:ext cx="2645929" cy="2628869"/>
          </a:xfrm>
          <a:prstGeom prst="roundRect">
            <a:avLst>
              <a:gd name="adj" fmla="val 45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" dist="12700" dir="27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DEDC6DE-2D77-1D3D-3549-E918B283C9CB}"/>
              </a:ext>
            </a:extLst>
          </p:cNvPr>
          <p:cNvSpPr/>
          <p:nvPr/>
        </p:nvSpPr>
        <p:spPr>
          <a:xfrm>
            <a:off x="3339011" y="2376479"/>
            <a:ext cx="2660840" cy="2705639"/>
          </a:xfrm>
          <a:prstGeom prst="roundRect">
            <a:avLst>
              <a:gd name="adj" fmla="val 45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" dist="12700" dir="27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69">
            <a:extLst>
              <a:ext uri="{FF2B5EF4-FFF2-40B4-BE49-F238E27FC236}">
                <a16:creationId xmlns:a16="http://schemas.microsoft.com/office/drawing/2014/main" id="{2EEEB3B9-693C-2838-95B2-3EB88FC58CFE}"/>
              </a:ext>
            </a:extLst>
          </p:cNvPr>
          <p:cNvSpPr txBox="1"/>
          <p:nvPr/>
        </p:nvSpPr>
        <p:spPr>
          <a:xfrm>
            <a:off x="463926" y="3597662"/>
            <a:ext cx="2837202" cy="345892"/>
          </a:xfrm>
          <a:prstGeom prst="rect">
            <a:avLst/>
          </a:prstGeom>
          <a:solidFill>
            <a:srgbClr val="3C6474"/>
          </a:solidFill>
          <a:ln w="6350">
            <a:noFill/>
            <a:prstDash val="dash"/>
          </a:ln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kern="1200">
                <a:solidFill>
                  <a:schemeClr val="bg1"/>
                </a:solidFill>
                <a:effectLst/>
                <a:latin typeface="Karbon Bold"/>
              </a:rPr>
              <a:t>MTD </a:t>
            </a:r>
            <a:r>
              <a:rPr lang="en-US" b="1">
                <a:solidFill>
                  <a:schemeClr val="bg1"/>
                </a:solidFill>
                <a:latin typeface="Karbon Bold"/>
              </a:rPr>
              <a:t>PIO Total damages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DFB212-D92A-FC12-2FCE-965D5E253C8E}"/>
              </a:ext>
            </a:extLst>
          </p:cNvPr>
          <p:cNvSpPr txBox="1"/>
          <p:nvPr/>
        </p:nvSpPr>
        <p:spPr>
          <a:xfrm>
            <a:off x="6254694" y="3549458"/>
            <a:ext cx="2924410" cy="338554"/>
          </a:xfrm>
          <a:prstGeom prst="rect">
            <a:avLst/>
          </a:prstGeom>
          <a:solidFill>
            <a:srgbClr val="3C6474"/>
          </a:solidFill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Karbon Bold"/>
              </a:rPr>
              <a:t>MTD Production Total Damages  </a:t>
            </a:r>
          </a:p>
        </p:txBody>
      </p:sp>
      <p:sp>
        <p:nvSpPr>
          <p:cNvPr id="78" name="TextBox 69">
            <a:extLst>
              <a:ext uri="{FF2B5EF4-FFF2-40B4-BE49-F238E27FC236}">
                <a16:creationId xmlns:a16="http://schemas.microsoft.com/office/drawing/2014/main" id="{288DA3DC-BC44-7983-0FEB-FD55B1C31C38}"/>
              </a:ext>
            </a:extLst>
          </p:cNvPr>
          <p:cNvSpPr txBox="1"/>
          <p:nvPr/>
        </p:nvSpPr>
        <p:spPr>
          <a:xfrm>
            <a:off x="1426658" y="4368076"/>
            <a:ext cx="860854" cy="34589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28414D"/>
                </a:solidFill>
                <a:latin typeface="Karbon Bold"/>
              </a:rPr>
              <a:t>3</a:t>
            </a:r>
          </a:p>
        </p:txBody>
      </p:sp>
      <p:sp>
        <p:nvSpPr>
          <p:cNvPr id="79" name="TextBox 69">
            <a:extLst>
              <a:ext uri="{FF2B5EF4-FFF2-40B4-BE49-F238E27FC236}">
                <a16:creationId xmlns:a16="http://schemas.microsoft.com/office/drawing/2014/main" id="{4B3CC590-216D-7D02-23F7-9B0D98A64F80}"/>
              </a:ext>
            </a:extLst>
          </p:cNvPr>
          <p:cNvSpPr txBox="1"/>
          <p:nvPr/>
        </p:nvSpPr>
        <p:spPr>
          <a:xfrm>
            <a:off x="7386100" y="4269050"/>
            <a:ext cx="860854" cy="34589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28414D"/>
                </a:solidFill>
                <a:latin typeface="Karbon Bold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25A150-7F3D-F6AB-19B1-528FD807E9F8}"/>
              </a:ext>
            </a:extLst>
          </p:cNvPr>
          <p:cNvSpPr txBox="1"/>
          <p:nvPr/>
        </p:nvSpPr>
        <p:spPr>
          <a:xfrm>
            <a:off x="9221233" y="2505933"/>
            <a:ext cx="26459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latin typeface="Karbon Bold"/>
              </a:rPr>
              <a:t>PRODUCTION</a:t>
            </a:r>
            <a:r>
              <a:rPr lang="en-US" sz="1600" b="1" baseline="0">
                <a:latin typeface="Karbon Bold"/>
              </a:rPr>
              <a:t> </a:t>
            </a:r>
            <a:r>
              <a:rPr lang="en-US" sz="1600" b="1">
                <a:latin typeface="Karbon Bold"/>
              </a:rPr>
              <a:t>MTD DR</a:t>
            </a:r>
            <a:r>
              <a:rPr lang="en-US" sz="1600" b="1" baseline="0">
                <a:latin typeface="Karbon Bold"/>
              </a:rPr>
              <a:t> % </a:t>
            </a:r>
            <a:r>
              <a:rPr lang="en-US" sz="1600" b="1">
                <a:latin typeface="Karbon Bold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8C2E4C-1262-44FE-32F2-C46E57C5CF4C}"/>
              </a:ext>
            </a:extLst>
          </p:cNvPr>
          <p:cNvSpPr txBox="1"/>
          <p:nvPr/>
        </p:nvSpPr>
        <p:spPr>
          <a:xfrm>
            <a:off x="3278338" y="2512243"/>
            <a:ext cx="26459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1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latin typeface="Karbon Bold"/>
              </a:rPr>
              <a:t>PRODUCTION</a:t>
            </a:r>
            <a:r>
              <a:rPr lang="en-US" sz="1600" b="1" baseline="0">
                <a:latin typeface="Karbon Bold"/>
              </a:rPr>
              <a:t> </a:t>
            </a:r>
            <a:r>
              <a:rPr lang="en-US" sz="1600" b="1">
                <a:latin typeface="Karbon Bold"/>
              </a:rPr>
              <a:t>MTD DR</a:t>
            </a:r>
            <a:r>
              <a:rPr lang="en-US" sz="1600" b="1" baseline="0">
                <a:latin typeface="Karbon Bold"/>
              </a:rPr>
              <a:t> % </a:t>
            </a:r>
            <a:r>
              <a:rPr lang="en-US" sz="1600" b="1">
                <a:latin typeface="Karbon Bold"/>
              </a:rPr>
              <a:t> </a:t>
            </a:r>
          </a:p>
        </p:txBody>
      </p:sp>
      <p:pic>
        <p:nvPicPr>
          <p:cNvPr id="83" name="Picture 8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EC890C-2369-A3D8-91FD-E150B1EF49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t="5898"/>
          <a:stretch/>
        </p:blipFill>
        <p:spPr>
          <a:xfrm>
            <a:off x="11666559" y="0"/>
            <a:ext cx="464130" cy="436758"/>
          </a:xfrm>
          <a:prstGeom prst="rect">
            <a:avLst/>
          </a:prstGeom>
          <a:ln>
            <a:noFill/>
          </a:ln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0384F2B7-64D2-1B0F-9BAC-880F08350B25}"/>
              </a:ext>
            </a:extLst>
          </p:cNvPr>
          <p:cNvGrpSpPr/>
          <p:nvPr/>
        </p:nvGrpSpPr>
        <p:grpSpPr>
          <a:xfrm>
            <a:off x="5025347" y="489999"/>
            <a:ext cx="2694091" cy="2118573"/>
            <a:chOff x="4582391" y="631095"/>
            <a:chExt cx="2694091" cy="2118573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2427B6E2-5AC7-79C0-313F-6E276C530C59}"/>
                </a:ext>
              </a:extLst>
            </p:cNvPr>
            <p:cNvSpPr/>
            <p:nvPr/>
          </p:nvSpPr>
          <p:spPr>
            <a:xfrm>
              <a:off x="4582391" y="631095"/>
              <a:ext cx="2694091" cy="1679837"/>
            </a:xfrm>
            <a:prstGeom prst="roundRect">
              <a:avLst>
                <a:gd name="adj" fmla="val 3266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2BF5FDA-5A50-C20A-AA0D-FD985E509EF9}"/>
                </a:ext>
              </a:extLst>
            </p:cNvPr>
            <p:cNvGrpSpPr/>
            <p:nvPr/>
          </p:nvGrpSpPr>
          <p:grpSpPr>
            <a:xfrm>
              <a:off x="4641430" y="692968"/>
              <a:ext cx="2531251" cy="2056700"/>
              <a:chOff x="523142" y="1946715"/>
              <a:chExt cx="2531251" cy="2056700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76A2FF60-3E6E-26B4-F204-B38CE2B46EDC}"/>
                  </a:ext>
                </a:extLst>
              </p:cNvPr>
              <p:cNvGrpSpPr/>
              <p:nvPr/>
            </p:nvGrpSpPr>
            <p:grpSpPr>
              <a:xfrm>
                <a:off x="684490" y="2048250"/>
                <a:ext cx="2369903" cy="1955165"/>
                <a:chOff x="3898675" y="1981200"/>
                <a:chExt cx="1979666" cy="1633220"/>
              </a:xfrm>
            </p:grpSpPr>
            <p:sp>
              <p:nvSpPr>
                <p:cNvPr id="100" name="Freeform 4">
                  <a:extLst>
                    <a:ext uri="{FF2B5EF4-FFF2-40B4-BE49-F238E27FC236}">
                      <a16:creationId xmlns:a16="http://schemas.microsoft.com/office/drawing/2014/main" id="{081F41DA-6C6B-83BA-AED5-E48C82280A3A}"/>
                    </a:ext>
                  </a:extLst>
                </p:cNvPr>
                <p:cNvSpPr/>
                <p:nvPr/>
              </p:nvSpPr>
              <p:spPr>
                <a:xfrm>
                  <a:off x="4018914" y="1981200"/>
                  <a:ext cx="1721233" cy="864930"/>
                </a:xfrm>
                <a:custGeom>
                  <a:avLst/>
                  <a:gdLst>
                    <a:gd name="connsiteX0" fmla="*/ 774095 w 1544320"/>
                    <a:gd name="connsiteY0" fmla="*/ 2 h 776030"/>
                    <a:gd name="connsiteX1" fmla="*/ 1160473 w 1544320"/>
                    <a:gd name="connsiteY1" fmla="*/ 104743 h 776030"/>
                    <a:gd name="connsiteX2" fmla="*/ 1544311 w 1544320"/>
                    <a:gd name="connsiteY2" fmla="*/ 776030 h 776030"/>
                    <a:gd name="connsiteX3" fmla="*/ 772160 w 1544320"/>
                    <a:gd name="connsiteY3" fmla="*/ 772159 h 776030"/>
                    <a:gd name="connsiteX4" fmla="*/ 0 w 1544320"/>
                    <a:gd name="connsiteY4" fmla="*/ 772159 h 776030"/>
                    <a:gd name="connsiteX5" fmla="*/ 387198 w 1544320"/>
                    <a:gd name="connsiteY5" fmla="*/ 102805 h 776030"/>
                    <a:gd name="connsiteX6" fmla="*/ 774095 w 1544320"/>
                    <a:gd name="connsiteY6" fmla="*/ 2 h 776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44320" h="776030">
                      <a:moveTo>
                        <a:pt x="774095" y="2"/>
                      </a:moveTo>
                      <a:cubicBezTo>
                        <a:pt x="907616" y="336"/>
                        <a:pt x="1041051" y="35262"/>
                        <a:pt x="1160473" y="104743"/>
                      </a:cubicBezTo>
                      <a:cubicBezTo>
                        <a:pt x="1399316" y="243706"/>
                        <a:pt x="1545696" y="499706"/>
                        <a:pt x="1544311" y="776030"/>
                      </a:cubicBezTo>
                      <a:lnTo>
                        <a:pt x="772160" y="772159"/>
                      </a:lnTo>
                      <a:lnTo>
                        <a:pt x="0" y="772159"/>
                      </a:lnTo>
                      <a:cubicBezTo>
                        <a:pt x="0" y="495832"/>
                        <a:pt x="147661" y="240568"/>
                        <a:pt x="387198" y="102805"/>
                      </a:cubicBezTo>
                      <a:cubicBezTo>
                        <a:pt x="506966" y="33923"/>
                        <a:pt x="640574" y="-333"/>
                        <a:pt x="774095" y="2"/>
                      </a:cubicBezTo>
                      <a:close/>
                    </a:path>
                  </a:pathLst>
                </a:custGeom>
                <a:solidFill>
                  <a:schemeClr val="tx1">
                    <a:lumMod val="90000"/>
                    <a:lumOff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Freeform 6">
                  <a:extLst>
                    <a:ext uri="{FF2B5EF4-FFF2-40B4-BE49-F238E27FC236}">
                      <a16:creationId xmlns:a16="http://schemas.microsoft.com/office/drawing/2014/main" id="{3E748597-3D12-3B72-B9C4-78BD1DC6A452}"/>
                    </a:ext>
                  </a:extLst>
                </p:cNvPr>
                <p:cNvSpPr/>
                <p:nvPr/>
              </p:nvSpPr>
              <p:spPr>
                <a:xfrm>
                  <a:off x="4107370" y="2070100"/>
                  <a:ext cx="1544320" cy="776030"/>
                </a:xfrm>
                <a:custGeom>
                  <a:avLst/>
                  <a:gdLst>
                    <a:gd name="connsiteX0" fmla="*/ 774095 w 1544320"/>
                    <a:gd name="connsiteY0" fmla="*/ 2 h 776030"/>
                    <a:gd name="connsiteX1" fmla="*/ 1160473 w 1544320"/>
                    <a:gd name="connsiteY1" fmla="*/ 104743 h 776030"/>
                    <a:gd name="connsiteX2" fmla="*/ 1544311 w 1544320"/>
                    <a:gd name="connsiteY2" fmla="*/ 776030 h 776030"/>
                    <a:gd name="connsiteX3" fmla="*/ 772160 w 1544320"/>
                    <a:gd name="connsiteY3" fmla="*/ 772159 h 776030"/>
                    <a:gd name="connsiteX4" fmla="*/ 0 w 1544320"/>
                    <a:gd name="connsiteY4" fmla="*/ 772159 h 776030"/>
                    <a:gd name="connsiteX5" fmla="*/ 387198 w 1544320"/>
                    <a:gd name="connsiteY5" fmla="*/ 102805 h 776030"/>
                    <a:gd name="connsiteX6" fmla="*/ 774095 w 1544320"/>
                    <a:gd name="connsiteY6" fmla="*/ 2 h 776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44320" h="776030">
                      <a:moveTo>
                        <a:pt x="774095" y="2"/>
                      </a:moveTo>
                      <a:cubicBezTo>
                        <a:pt x="907616" y="336"/>
                        <a:pt x="1041051" y="35262"/>
                        <a:pt x="1160473" y="104743"/>
                      </a:cubicBezTo>
                      <a:cubicBezTo>
                        <a:pt x="1399316" y="243706"/>
                        <a:pt x="1545696" y="499706"/>
                        <a:pt x="1544311" y="776030"/>
                      </a:cubicBezTo>
                      <a:lnTo>
                        <a:pt x="772160" y="772159"/>
                      </a:lnTo>
                      <a:lnTo>
                        <a:pt x="0" y="772159"/>
                      </a:lnTo>
                      <a:cubicBezTo>
                        <a:pt x="0" y="495832"/>
                        <a:pt x="147661" y="240568"/>
                        <a:pt x="387198" y="102805"/>
                      </a:cubicBezTo>
                      <a:cubicBezTo>
                        <a:pt x="506966" y="33923"/>
                        <a:pt x="640574" y="-333"/>
                        <a:pt x="774095" y="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Pie 7">
                  <a:extLst>
                    <a:ext uri="{FF2B5EF4-FFF2-40B4-BE49-F238E27FC236}">
                      <a16:creationId xmlns:a16="http://schemas.microsoft.com/office/drawing/2014/main" id="{59E01540-3087-4099-2FF9-67C1D9E6CB04}"/>
                    </a:ext>
                  </a:extLst>
                </p:cNvPr>
                <p:cNvSpPr/>
                <p:nvPr/>
              </p:nvSpPr>
              <p:spPr>
                <a:xfrm>
                  <a:off x="4107370" y="2070100"/>
                  <a:ext cx="1544320" cy="1544320"/>
                </a:xfrm>
                <a:prstGeom prst="pie">
                  <a:avLst>
                    <a:gd name="adj1" fmla="val 17356638"/>
                    <a:gd name="adj2" fmla="val 21094548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Freeform 157">
                  <a:extLst>
                    <a:ext uri="{FF2B5EF4-FFF2-40B4-BE49-F238E27FC236}">
                      <a16:creationId xmlns:a16="http://schemas.microsoft.com/office/drawing/2014/main" id="{FF4E6281-C9A3-87CF-A70E-9F72B4073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39517" y="2400301"/>
                  <a:ext cx="880027" cy="442912"/>
                </a:xfrm>
                <a:custGeom>
                  <a:avLst/>
                  <a:gdLst/>
                  <a:ahLst/>
                  <a:cxnLst>
                    <a:cxn ang="0">
                      <a:pos x="475" y="238"/>
                    </a:cxn>
                    <a:cxn ang="0">
                      <a:pos x="237" y="0"/>
                    </a:cxn>
                    <a:cxn ang="0">
                      <a:pos x="0" y="238"/>
                    </a:cxn>
                    <a:cxn ang="0">
                      <a:pos x="475" y="238"/>
                    </a:cxn>
                  </a:cxnLst>
                  <a:rect l="0" t="0" r="r" b="b"/>
                  <a:pathLst>
                    <a:path w="475" h="238">
                      <a:moveTo>
                        <a:pt x="475" y="238"/>
                      </a:moveTo>
                      <a:cubicBezTo>
                        <a:pt x="475" y="106"/>
                        <a:pt x="368" y="0"/>
                        <a:pt x="237" y="0"/>
                      </a:cubicBezTo>
                      <a:cubicBezTo>
                        <a:pt x="106" y="0"/>
                        <a:pt x="0" y="106"/>
                        <a:pt x="0" y="238"/>
                      </a:cubicBezTo>
                      <a:lnTo>
                        <a:pt x="475" y="23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  <a:tint val="66000"/>
                        <a:satMod val="160000"/>
                      </a:schemeClr>
                    </a:gs>
                    <a:gs pos="50000">
                      <a:schemeClr val="tx1">
                        <a:lumMod val="50000"/>
                        <a:lumOff val="50000"/>
                        <a:tint val="44500"/>
                        <a:satMod val="160000"/>
                      </a:schemeClr>
                    </a:gs>
                    <a:gs pos="100000">
                      <a:schemeClr val="tx1">
                        <a:lumMod val="50000"/>
                        <a:lumOff val="5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000" b="1"/>
                </a:p>
              </p:txBody>
            </p:sp>
            <p:sp>
              <p:nvSpPr>
                <p:cNvPr id="104" name="Rounded Rectangle 9">
                  <a:extLst>
                    <a:ext uri="{FF2B5EF4-FFF2-40B4-BE49-F238E27FC236}">
                      <a16:creationId xmlns:a16="http://schemas.microsoft.com/office/drawing/2014/main" id="{D5CCCB6B-E39E-DBD2-43C3-985680C6741C}"/>
                    </a:ext>
                  </a:extLst>
                </p:cNvPr>
                <p:cNvSpPr/>
                <p:nvPr/>
              </p:nvSpPr>
              <p:spPr>
                <a:xfrm>
                  <a:off x="3898675" y="2833687"/>
                  <a:ext cx="1979666" cy="3597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>
                      <a:solidFill>
                        <a:srgbClr val="FF0000"/>
                      </a:solidFill>
                    </a:rPr>
                    <a:t>0.07</a:t>
                  </a: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BE66842-16EB-9B37-0224-1CEBD5420CBC}"/>
                  </a:ext>
                </a:extLst>
              </p:cNvPr>
              <p:cNvGrpSpPr/>
              <p:nvPr/>
            </p:nvGrpSpPr>
            <p:grpSpPr>
              <a:xfrm rot="4579138">
                <a:off x="1049703" y="2260013"/>
                <a:ext cx="1639474" cy="1639474"/>
                <a:chOff x="6085658" y="1610089"/>
                <a:chExt cx="1369512" cy="1369512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B2CD3BC5-9F1A-B240-667A-4C28E4DDE869}"/>
                    </a:ext>
                  </a:extLst>
                </p:cNvPr>
                <p:cNvSpPr/>
                <p:nvPr/>
              </p:nvSpPr>
              <p:spPr>
                <a:xfrm>
                  <a:off x="6085658" y="1610089"/>
                  <a:ext cx="1369512" cy="1369512"/>
                </a:xfrm>
                <a:prstGeom prst="ellipse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760B46A1-5FEE-3044-E7EC-ACF316A983D1}"/>
                    </a:ext>
                  </a:extLst>
                </p:cNvPr>
                <p:cNvGrpSpPr/>
                <p:nvPr/>
              </p:nvGrpSpPr>
              <p:grpSpPr>
                <a:xfrm>
                  <a:off x="6689451" y="1653858"/>
                  <a:ext cx="161926" cy="676274"/>
                  <a:chOff x="3878262" y="1945483"/>
                  <a:chExt cx="161926" cy="676274"/>
                </a:xfrm>
              </p:grpSpPr>
              <p:sp>
                <p:nvSpPr>
                  <p:cNvPr id="97" name="Isosceles Triangle 96">
                    <a:extLst>
                      <a:ext uri="{FF2B5EF4-FFF2-40B4-BE49-F238E27FC236}">
                        <a16:creationId xmlns:a16="http://schemas.microsoft.com/office/drawing/2014/main" id="{7DBBDD66-2F1A-AA83-C7E6-C65C9B298F3C}"/>
                      </a:ext>
                    </a:extLst>
                  </p:cNvPr>
                  <p:cNvSpPr/>
                  <p:nvPr/>
                </p:nvSpPr>
                <p:spPr>
                  <a:xfrm>
                    <a:off x="3897833" y="1945483"/>
                    <a:ext cx="122784" cy="632142"/>
                  </a:xfrm>
                  <a:prstGeom prst="triangl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90EF03E9-5A4C-3022-A72A-C2EF003471F3}"/>
                      </a:ext>
                    </a:extLst>
                  </p:cNvPr>
                  <p:cNvSpPr/>
                  <p:nvPr/>
                </p:nvSpPr>
                <p:spPr>
                  <a:xfrm>
                    <a:off x="3878262" y="2459831"/>
                    <a:ext cx="161926" cy="161926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68F04843-2B98-B0C1-AF9C-316A8B07D4E1}"/>
                      </a:ext>
                    </a:extLst>
                  </p:cNvPr>
                  <p:cNvSpPr/>
                  <p:nvPr/>
                </p:nvSpPr>
                <p:spPr>
                  <a:xfrm>
                    <a:off x="3926408" y="2507977"/>
                    <a:ext cx="65634" cy="6563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32254A0-7985-5FAC-E5FA-D802EA66E914}"/>
                  </a:ext>
                </a:extLst>
              </p:cNvPr>
              <p:cNvSpPr/>
              <p:nvPr/>
            </p:nvSpPr>
            <p:spPr>
              <a:xfrm flipH="1">
                <a:off x="523142" y="1946715"/>
                <a:ext cx="773738" cy="215444"/>
              </a:xfrm>
              <a:prstGeom prst="rect">
                <a:avLst/>
              </a:prstGeom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r>
                  <a: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TARGET 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0000000-0008-0000-0400-000006000000}"/>
              </a:ext>
            </a:extLst>
          </p:cNvPr>
          <p:cNvGrpSpPr/>
          <p:nvPr/>
        </p:nvGrpSpPr>
        <p:grpSpPr>
          <a:xfrm>
            <a:off x="2293720" y="2772269"/>
            <a:ext cx="4662924" cy="2420102"/>
            <a:chOff x="0" y="0"/>
            <a:chExt cx="5963516" cy="3067742"/>
          </a:xfrm>
        </p:grpSpPr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00000000-0008-0000-0400-000002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44393431"/>
                </p:ext>
              </p:extLst>
            </p:nvPr>
          </p:nvGraphicFramePr>
          <p:xfrm>
            <a:off x="0" y="0"/>
            <a:ext cx="5963516" cy="30677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00000000-0008-0000-0400-000003000000}"/>
                </a:ext>
              </a:extLst>
            </p:cNvPr>
            <p:cNvSpPr txBox="1"/>
            <p:nvPr/>
          </p:nvSpPr>
          <p:spPr>
            <a:xfrm>
              <a:off x="2431245" y="1300362"/>
              <a:ext cx="1167787" cy="44069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0" i="0" u="none" strike="noStrike" dirty="0">
                  <a:ln>
                    <a:noFill/>
                  </a:ln>
                  <a:solidFill>
                    <a:schemeClr val="accent1"/>
                  </a:solidFill>
                  <a:latin typeface="Montserrat SemiBold" panose="00000700000000000000" pitchFamily="50" charset="-52"/>
                  <a:ea typeface="Calibri"/>
                  <a:cs typeface="Calibri"/>
                </a:rPr>
                <a:t>0.03 % </a:t>
              </a:r>
              <a:endParaRPr lang="ru-UA" sz="1600" dirty="0">
                <a:ln>
                  <a:noFill/>
                </a:ln>
                <a:solidFill>
                  <a:schemeClr val="accent1"/>
                </a:solidFill>
                <a:latin typeface="Montserrat SemiBold" panose="00000700000000000000" pitchFamily="50" charset="-52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FF3E99E-F17D-4A6F-89E4-8739BDA36F9C}"/>
              </a:ext>
            </a:extLst>
          </p:cNvPr>
          <p:cNvGrpSpPr/>
          <p:nvPr/>
        </p:nvGrpSpPr>
        <p:grpSpPr>
          <a:xfrm>
            <a:off x="8273595" y="2700059"/>
            <a:ext cx="4662924" cy="2420102"/>
            <a:chOff x="0" y="0"/>
            <a:chExt cx="5963516" cy="3067742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407339F5-4F07-1185-B152-222FCF67F6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12820784"/>
                </p:ext>
              </p:extLst>
            </p:nvPr>
          </p:nvGraphicFramePr>
          <p:xfrm>
            <a:off x="0" y="0"/>
            <a:ext cx="5963516" cy="30677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E4B91D23-C906-83C7-F2CE-43CFE579FD8F}"/>
                </a:ext>
              </a:extLst>
            </p:cNvPr>
            <p:cNvSpPr txBox="1"/>
            <p:nvPr/>
          </p:nvSpPr>
          <p:spPr>
            <a:xfrm>
              <a:off x="2431245" y="1300362"/>
              <a:ext cx="1167787" cy="44069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0" i="0" u="none" strike="noStrike" dirty="0">
                  <a:ln>
                    <a:noFill/>
                  </a:ln>
                  <a:solidFill>
                    <a:schemeClr val="accent1"/>
                  </a:solidFill>
                  <a:latin typeface="Montserrat SemiBold" panose="00000700000000000000" pitchFamily="50" charset="-52"/>
                  <a:ea typeface="Calibri"/>
                  <a:cs typeface="Calibri"/>
                </a:rPr>
                <a:t>0.02 % </a:t>
              </a:r>
              <a:endParaRPr lang="ru-UA" sz="1600" dirty="0">
                <a:ln>
                  <a:noFill/>
                </a:ln>
                <a:solidFill>
                  <a:schemeClr val="accent1"/>
                </a:solidFill>
                <a:latin typeface="Montserrat SemiBold" panose="00000700000000000000" pitchFamily="50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08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D244-CB56-F3A0-0D3D-E607C00A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BFA138-5AC2-DDDC-8702-AE78532F2587}"/>
              </a:ext>
            </a:extLst>
          </p:cNvPr>
          <p:cNvSpPr/>
          <p:nvPr/>
        </p:nvSpPr>
        <p:spPr>
          <a:xfrm>
            <a:off x="-1" y="1865585"/>
            <a:ext cx="12192001" cy="3568859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28414D"/>
              </a:gs>
              <a:gs pos="71000">
                <a:schemeClr val="bg1">
                  <a:shade val="675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12700" dir="5400000" algn="ctr" rotWithShape="0">
              <a:srgbClr val="00010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23FA4F5B-6F5E-07BD-E301-916AA981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5</a:t>
            </a:fld>
            <a:endParaRPr lang="en-US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70CAAAE4-4A13-3575-EBF6-579DDC63B04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63526" y="6356350"/>
            <a:ext cx="5443592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6731CD-9E34-D6EA-68FC-697220EA1AB2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7">
            <a:extLst>
              <a:ext uri="{FF2B5EF4-FFF2-40B4-BE49-F238E27FC236}">
                <a16:creationId xmlns:a16="http://schemas.microsoft.com/office/drawing/2014/main" id="{0846AC8E-70FA-21D0-2923-2CF8FDEB1391}"/>
              </a:ext>
            </a:extLst>
          </p:cNvPr>
          <p:cNvSpPr txBox="1">
            <a:spLocks/>
          </p:cNvSpPr>
          <p:nvPr/>
        </p:nvSpPr>
        <p:spPr>
          <a:xfrm>
            <a:off x="11101754" y="6356350"/>
            <a:ext cx="826720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E96FE1-D738-EF4B-BD0E-475F24C83B1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" name="Footer Placeholder 58">
            <a:extLst>
              <a:ext uri="{FF2B5EF4-FFF2-40B4-BE49-F238E27FC236}">
                <a16:creationId xmlns:a16="http://schemas.microsoft.com/office/drawing/2014/main" id="{1B492661-1577-7775-2EE4-72A69BAF5837}"/>
              </a:ext>
            </a:extLst>
          </p:cNvPr>
          <p:cNvSpPr txBox="1">
            <a:spLocks/>
          </p:cNvSpPr>
          <p:nvPr/>
        </p:nvSpPr>
        <p:spPr>
          <a:xfrm>
            <a:off x="263525" y="6356350"/>
            <a:ext cx="10838229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A89E5-3D81-E09B-C70D-50E32FA41835}"/>
              </a:ext>
            </a:extLst>
          </p:cNvPr>
          <p:cNvSpPr txBox="1"/>
          <p:nvPr/>
        </p:nvSpPr>
        <p:spPr>
          <a:xfrm>
            <a:off x="84541" y="39194"/>
            <a:ext cx="4269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DAMAGE DETAILS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1F1112E-EADB-8C84-BD01-1E4078C29E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325353"/>
              </p:ext>
            </p:extLst>
          </p:nvPr>
        </p:nvGraphicFramePr>
        <p:xfrm>
          <a:off x="306532" y="2059925"/>
          <a:ext cx="5498523" cy="2760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1C2CFB7-8F10-994F-18CF-B5FF34A09B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274104"/>
              </p:ext>
            </p:extLst>
          </p:nvPr>
        </p:nvGraphicFramePr>
        <p:xfrm>
          <a:off x="6595398" y="2059925"/>
          <a:ext cx="4570614" cy="2760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D4AAF40A-100F-D7EC-F585-2CA6FE35F969}"/>
              </a:ext>
            </a:extLst>
          </p:cNvPr>
          <p:cNvGrpSpPr/>
          <p:nvPr/>
        </p:nvGrpSpPr>
        <p:grpSpPr>
          <a:xfrm>
            <a:off x="4974978" y="1710156"/>
            <a:ext cx="2242041" cy="505197"/>
            <a:chOff x="8118406" y="364134"/>
            <a:chExt cx="2449037" cy="85858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A514134-3F47-B888-0BFF-02EBD19E8729}"/>
                </a:ext>
              </a:extLst>
            </p:cNvPr>
            <p:cNvSpPr/>
            <p:nvPr/>
          </p:nvSpPr>
          <p:spPr>
            <a:xfrm>
              <a:off x="8352841" y="364134"/>
              <a:ext cx="1980169" cy="858587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C49A6AF4-1780-71FD-371A-3604766945D8}"/>
                </a:ext>
              </a:extLst>
            </p:cNvPr>
            <p:cNvSpPr txBox="1"/>
            <p:nvPr/>
          </p:nvSpPr>
          <p:spPr>
            <a:xfrm>
              <a:off x="8118406" y="458693"/>
              <a:ext cx="2449037" cy="6694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1400" b="1" dirty="0">
                  <a:solidFill>
                    <a:schemeClr val="bg1"/>
                  </a:solidFill>
                </a:rPr>
                <a:t>Total MTD damages </a:t>
              </a:r>
            </a:p>
            <a:p>
              <a:pPr algn="ctr"/>
              <a:r>
                <a:rPr lang="en-US" sz="18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Karbon Semibold" panose="00000700000000000000" pitchFamily="50" charset="0"/>
                  <a:cs typeface="Calibri"/>
                </a:rPr>
                <a:t>3</a:t>
              </a:r>
              <a:endParaRPr lang="en-CA" sz="1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Semibold" panose="00000700000000000000" pitchFamily="50" charset="0"/>
                <a:cs typeface="Calibri"/>
              </a:endParaRPr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1F1112E-EADB-8C84-BD01-1E4078C29E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329592"/>
              </p:ext>
            </p:extLst>
          </p:nvPr>
        </p:nvGraphicFramePr>
        <p:xfrm>
          <a:off x="462695" y="2254210"/>
          <a:ext cx="5106715" cy="2472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1C2CFB7-8F10-994F-18CF-B5FF34A09B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4295252"/>
              </p:ext>
            </p:extLst>
          </p:nvPr>
        </p:nvGraphicFramePr>
        <p:xfrm>
          <a:off x="6760657" y="2298359"/>
          <a:ext cx="4240096" cy="2427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8779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576F-D4EB-B5CE-A337-1DFE8AB6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769BED-365D-7209-E6C1-2D6181E014A6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C09FED-ED36-3A63-E7CB-351841DBCD4A}"/>
              </a:ext>
            </a:extLst>
          </p:cNvPr>
          <p:cNvCxnSpPr/>
          <p:nvPr/>
        </p:nvCxnSpPr>
        <p:spPr>
          <a:xfrm>
            <a:off x="1247887" y="4690338"/>
            <a:ext cx="5479938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AF4EA-8034-A20B-11C9-C4730B67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>
                <a:solidFill>
                  <a:srgbClr val="F4E725"/>
                </a:solidFill>
              </a:rPr>
              <a:t>6</a:t>
            </a:fld>
            <a:endParaRPr lang="en-US">
              <a:solidFill>
                <a:srgbClr val="F4E725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38811-E1F1-5893-811C-748F8FDDA7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3525" y="6356350"/>
            <a:ext cx="10838229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5F20F-13E5-384D-5735-169B2FF36414}"/>
              </a:ext>
            </a:extLst>
          </p:cNvPr>
          <p:cNvSpPr txBox="1"/>
          <p:nvPr/>
        </p:nvSpPr>
        <p:spPr>
          <a:xfrm>
            <a:off x="0" y="25729"/>
            <a:ext cx="695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Pending Vehicles:</a:t>
            </a: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72D45C-C6B3-3C73-200E-9F934CFD12E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49144" y="2958701"/>
            <a:ext cx="668929" cy="668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DF75F5-B9DC-3AE9-A62B-8D95C9542F19}"/>
              </a:ext>
            </a:extLst>
          </p:cNvPr>
          <p:cNvSpPr txBox="1"/>
          <p:nvPr/>
        </p:nvSpPr>
        <p:spPr>
          <a:xfrm>
            <a:off x="1786906" y="1407251"/>
            <a:ext cx="2890684" cy="369332"/>
          </a:xfrm>
          <a:prstGeom prst="rect">
            <a:avLst/>
          </a:prstGeom>
          <a:solidFill>
            <a:srgbClr val="3C647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rbon Bold"/>
              </a:rPr>
              <a:t>Total Vehicles </a:t>
            </a:r>
            <a:r>
              <a:rPr lang="en-US" b="1">
                <a:solidFill>
                  <a:schemeClr val="accent5">
                    <a:lumMod val="20000"/>
                    <a:lumOff val="80000"/>
                  </a:schemeClr>
                </a:solidFill>
                <a:latin typeface="Karbon Bold"/>
              </a:rPr>
              <a:t>: 5</a:t>
            </a:r>
            <a:endParaRPr lang="en-US" b="1" dirty="0">
              <a:solidFill>
                <a:schemeClr val="accent5">
                  <a:lumMod val="20000"/>
                  <a:lumOff val="80000"/>
                </a:schemeClr>
              </a:solidFill>
              <a:latin typeface="Karbon Bold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2A26150-EB39-CC11-3947-75A425A8A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805981"/>
              </p:ext>
            </p:extLst>
          </p:nvPr>
        </p:nvGraphicFramePr>
        <p:xfrm>
          <a:off x="117220" y="1738996"/>
          <a:ext cx="819125" cy="239296"/>
        </p:xfrm>
        <a:graphic>
          <a:graphicData uri="http://schemas.openxmlformats.org/drawingml/2006/table">
            <a:tbl>
              <a:tblPr/>
              <a:tblGrid>
                <a:gridCol w="819125">
                  <a:extLst>
                    <a:ext uri="{9D8B030D-6E8A-4147-A177-3AD203B41FA5}">
                      <a16:colId xmlns:a16="http://schemas.microsoft.com/office/drawing/2014/main" val="2960219635"/>
                    </a:ext>
                  </a:extLst>
                </a:gridCol>
              </a:tblGrid>
              <a:tr h="239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Apr- Total -1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49191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07A3401-730B-CB5B-A290-350E5A42F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116493"/>
              </p:ext>
            </p:extLst>
          </p:nvPr>
        </p:nvGraphicFramePr>
        <p:xfrm>
          <a:off x="117220" y="3016308"/>
          <a:ext cx="819125" cy="205789"/>
        </p:xfrm>
        <a:graphic>
          <a:graphicData uri="http://schemas.openxmlformats.org/drawingml/2006/table">
            <a:tbl>
              <a:tblPr/>
              <a:tblGrid>
                <a:gridCol w="819125">
                  <a:extLst>
                    <a:ext uri="{9D8B030D-6E8A-4147-A177-3AD203B41FA5}">
                      <a16:colId xmlns:a16="http://schemas.microsoft.com/office/drawing/2014/main" val="816850782"/>
                    </a:ext>
                  </a:extLst>
                </a:gridCol>
              </a:tblGrid>
              <a:tr h="2057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May- Total -4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51057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BCCB56-989B-C581-D923-75B440FD5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66652"/>
              </p:ext>
            </p:extLst>
          </p:nvPr>
        </p:nvGraphicFramePr>
        <p:xfrm>
          <a:off x="117220" y="2087092"/>
          <a:ext cx="8382000" cy="704850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273963978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355692617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1792149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545396055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454449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9304322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301537629"/>
                    </a:ext>
                  </a:extLst>
                </a:gridCol>
                <a:gridCol w="685725">
                  <a:extLst>
                    <a:ext uri="{9D8B030D-6E8A-4147-A177-3AD203B41FA5}">
                      <a16:colId xmlns:a16="http://schemas.microsoft.com/office/drawing/2014/main" val="3804405939"/>
                    </a:ext>
                  </a:extLst>
                </a:gridCol>
                <a:gridCol w="1739975">
                  <a:extLst>
                    <a:ext uri="{9D8B030D-6E8A-4147-A177-3AD203B41FA5}">
                      <a16:colId xmlns:a16="http://schemas.microsoft.com/office/drawing/2014/main" val="341766164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Product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PIO Plant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DBM Order Number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PDT_DATE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Order Status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AgingDays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Remarks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5702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MHFAB1BY7T3185274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VELOZ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Plant-1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3019394555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1E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9-Apr-26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QC Failed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Floor Illumination light - (VMC)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88575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34D191E-AB00-DECC-404E-353C24705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803154"/>
              </p:ext>
            </p:extLst>
          </p:nvPr>
        </p:nvGraphicFramePr>
        <p:xfrm>
          <a:off x="117220" y="3324491"/>
          <a:ext cx="8153400" cy="115824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91850285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14357053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681415989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5473152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55274727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48924422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468978597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408090341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Product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PIO Plant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DBM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PDT_DATE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Order Status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AgingDays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Reamrks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4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16708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CAMRY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Plant-1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3019634199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1A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5/19/2026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QC Failed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Technical Issue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2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CAMRY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Plant-3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3019605224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3C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5/14/2026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QC Failed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Electronic Parking Brake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Light continue working (VMC)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837229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CAMRY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Plant-4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3019633524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4A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5/19/2026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QC Failed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Technical Issue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7419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YARIS SD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Plant-4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3019627426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4D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5/18/2026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PIO QC Failed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Technical Issue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156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9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4A27-FC49-68D6-54B2-E47AC414C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372B80-7449-308C-B681-C923DC524D49}"/>
              </a:ext>
            </a:extLst>
          </p:cNvPr>
          <p:cNvSpPr/>
          <p:nvPr/>
        </p:nvSpPr>
        <p:spPr>
          <a:xfrm>
            <a:off x="748145" y="2130199"/>
            <a:ext cx="6655545" cy="3969265"/>
          </a:xfrm>
          <a:prstGeom prst="roundRect">
            <a:avLst>
              <a:gd name="adj" fmla="val 384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5B999-5429-DDA5-6B46-145CBE4B2390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22074-07DC-C05D-9F9D-43CBDE6E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>
                <a:solidFill>
                  <a:srgbClr val="F4E725"/>
                </a:solidFill>
              </a:rPr>
              <a:t>7</a:t>
            </a:fld>
            <a:endParaRPr lang="en-US">
              <a:solidFill>
                <a:srgbClr val="F4E725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0C0AD-6442-23AE-8539-4706C06B71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3525" y="6356350"/>
            <a:ext cx="10838229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555473-C4AA-DC80-7D97-62F568414255}"/>
              </a:ext>
            </a:extLst>
          </p:cNvPr>
          <p:cNvSpPr txBox="1"/>
          <p:nvPr/>
        </p:nvSpPr>
        <p:spPr>
          <a:xfrm>
            <a:off x="0" y="25729"/>
            <a:ext cx="695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  <a:ea typeface="Fira Sans Extra Condensed Medium"/>
                <a:cs typeface="Fira Sans Extra Condensed Medium"/>
                <a:sym typeface="Fira Sans Extra Condensed Medium"/>
              </a:rPr>
              <a:t>VLD Damage Leakage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3EEC9-075F-2203-9145-FDBD29DE623C}"/>
              </a:ext>
            </a:extLst>
          </p:cNvPr>
          <p:cNvSpPr txBox="1"/>
          <p:nvPr/>
        </p:nvSpPr>
        <p:spPr>
          <a:xfrm>
            <a:off x="2054942" y="1347019"/>
            <a:ext cx="28906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28414D"/>
                </a:solidFill>
                <a:latin typeface="Karbon Bold"/>
              </a:rPr>
              <a:t>Majority </a:t>
            </a:r>
            <a:r>
              <a:rPr lang="en-CA" sz="2600" b="1">
                <a:solidFill>
                  <a:srgbClr val="28414D"/>
                </a:solidFill>
                <a:latin typeface="Karbon Bold"/>
              </a:rPr>
              <a:t>: Scratch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643E51-EAA0-EE9C-D6BD-DCCEE566A845}"/>
              </a:ext>
            </a:extLst>
          </p:cNvPr>
          <p:cNvGrpSpPr/>
          <p:nvPr/>
        </p:nvGrpSpPr>
        <p:grpSpPr>
          <a:xfrm>
            <a:off x="5601391" y="1326521"/>
            <a:ext cx="2036580" cy="505197"/>
            <a:chOff x="8118406" y="364134"/>
            <a:chExt cx="2449037" cy="8585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EE920E7-5D9E-EBED-7D2E-8D0EB3628AED}"/>
                </a:ext>
              </a:extLst>
            </p:cNvPr>
            <p:cNvSpPr/>
            <p:nvPr/>
          </p:nvSpPr>
          <p:spPr>
            <a:xfrm>
              <a:off x="8352841" y="364134"/>
              <a:ext cx="1980169" cy="858587"/>
            </a:xfrm>
            <a:prstGeom prst="round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/>
              <a:endParaRPr lang="en-CA" sz="2800" b="1" i="0" u="none" strike="noStrike">
                <a:solidFill>
                  <a:schemeClr val="bg1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5" name="TextBox 21">
              <a:extLst>
                <a:ext uri="{FF2B5EF4-FFF2-40B4-BE49-F238E27FC236}">
                  <a16:creationId xmlns:a16="http://schemas.microsoft.com/office/drawing/2014/main" id="{207D84FC-3944-1178-6F3D-B6598D4B3BA3}"/>
                </a:ext>
              </a:extLst>
            </p:cNvPr>
            <p:cNvSpPr txBox="1"/>
            <p:nvPr/>
          </p:nvSpPr>
          <p:spPr>
            <a:xfrm>
              <a:off x="8118406" y="458693"/>
              <a:ext cx="2449037" cy="669467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CA" sz="1400" b="1" dirty="0">
                  <a:solidFill>
                    <a:schemeClr val="bg1"/>
                  </a:solidFill>
                </a:rPr>
                <a:t>Total Leakage  </a:t>
              </a:r>
            </a:p>
            <a:p>
              <a:pPr algn="ctr"/>
              <a:r>
                <a:rPr lang="en-US" sz="1600" b="1" dirty="0">
                  <a:solidFill>
                    <a:srgbClr val="FFC000"/>
                  </a:solidFill>
                  <a:latin typeface="+mj-lt"/>
                  <a:cs typeface="Calibri"/>
                </a:rPr>
                <a:t>319</a:t>
              </a:r>
            </a:p>
          </p:txBody>
        </p:sp>
      </p:grp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D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7514520"/>
              </p:ext>
            </p:extLst>
          </p:nvPr>
        </p:nvGraphicFramePr>
        <p:xfrm>
          <a:off x="804673" y="2185840"/>
          <a:ext cx="6452006" cy="3783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309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0B9B91-8734-76F7-F409-48F72B7B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A9122649-CB4C-12C3-9E40-A01D272F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8</a:t>
            </a:fld>
            <a:endParaRPr lang="en-US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E1E1F757-FB49-3FBD-8C7A-4698E1E400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63526" y="6356350"/>
            <a:ext cx="5443592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17160E-AAEB-364A-B2BA-84234CDFA3FA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7">
            <a:extLst>
              <a:ext uri="{FF2B5EF4-FFF2-40B4-BE49-F238E27FC236}">
                <a16:creationId xmlns:a16="http://schemas.microsoft.com/office/drawing/2014/main" id="{7612797D-55FC-0F99-F749-7E8AE2F43BA8}"/>
              </a:ext>
            </a:extLst>
          </p:cNvPr>
          <p:cNvSpPr txBox="1">
            <a:spLocks/>
          </p:cNvSpPr>
          <p:nvPr/>
        </p:nvSpPr>
        <p:spPr>
          <a:xfrm>
            <a:off x="11101754" y="6356350"/>
            <a:ext cx="826720" cy="501650"/>
          </a:xfrm>
          <a:prstGeom prst="rect">
            <a:avLst/>
          </a:prstGeom>
        </p:spPr>
        <p:txBody>
          <a:bodyPr vert="horz" lIns="0" tIns="0" rIns="0" bIns="108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E96FE1-D738-EF4B-BD0E-475F24C83B1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6" name="Footer Placeholder 58">
            <a:extLst>
              <a:ext uri="{FF2B5EF4-FFF2-40B4-BE49-F238E27FC236}">
                <a16:creationId xmlns:a16="http://schemas.microsoft.com/office/drawing/2014/main" id="{1A7AE6AF-6E48-2519-E621-3A66B253A058}"/>
              </a:ext>
            </a:extLst>
          </p:cNvPr>
          <p:cNvSpPr txBox="1">
            <a:spLocks/>
          </p:cNvSpPr>
          <p:nvPr/>
        </p:nvSpPr>
        <p:spPr>
          <a:xfrm>
            <a:off x="263525" y="6356350"/>
            <a:ext cx="10838229" cy="5016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D25B35-2094-FA04-D9EA-5A1C9E5C51C9}"/>
              </a:ext>
            </a:extLst>
          </p:cNvPr>
          <p:cNvSpPr txBox="1"/>
          <p:nvPr/>
        </p:nvSpPr>
        <p:spPr>
          <a:xfrm>
            <a:off x="84541" y="39194"/>
            <a:ext cx="4269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Manpower Utilization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C5AD4B89-586D-4706-8A47-8A89261C8C1B}"/>
              </a:ext>
            </a:extLst>
          </p:cNvPr>
          <p:cNvSpPr/>
          <p:nvPr/>
        </p:nvSpPr>
        <p:spPr>
          <a:xfrm>
            <a:off x="1963476" y="3729101"/>
            <a:ext cx="8306492" cy="2337258"/>
          </a:xfrm>
          <a:prstGeom prst="roundRect">
            <a:avLst>
              <a:gd name="adj" fmla="val 45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5" descr="Office worker">
            <a:extLst>
              <a:ext uri="{FF2B5EF4-FFF2-40B4-BE49-F238E27FC236}">
                <a16:creationId xmlns:a16="http://schemas.microsoft.com/office/drawing/2014/main" id="{FFDFDD86-8883-C3C7-B789-D66263CB6C5A}"/>
              </a:ext>
            </a:extLst>
          </p:cNvPr>
          <p:cNvPicPr/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666469" y="8615"/>
            <a:ext cx="440989" cy="45076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7608F7-3235-7B03-7404-A29C4B426D7C}"/>
              </a:ext>
            </a:extLst>
          </p:cNvPr>
          <p:cNvSpPr/>
          <p:nvPr/>
        </p:nvSpPr>
        <p:spPr>
          <a:xfrm>
            <a:off x="1961934" y="581918"/>
            <a:ext cx="8268131" cy="3016026"/>
          </a:xfrm>
          <a:prstGeom prst="roundRect">
            <a:avLst>
              <a:gd name="adj" fmla="val 45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1A39D30-9BFC-4E16-96C5-54FAA4CD09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303538"/>
              </p:ext>
            </p:extLst>
          </p:nvPr>
        </p:nvGraphicFramePr>
        <p:xfrm>
          <a:off x="1877113" y="3536720"/>
          <a:ext cx="8333446" cy="301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6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545800"/>
              </p:ext>
            </p:extLst>
          </p:nvPr>
        </p:nvGraphicFramePr>
        <p:xfrm>
          <a:off x="1922032" y="581918"/>
          <a:ext cx="8246700" cy="2954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7577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119C4-FBBB-DA21-25DE-E41D7BFB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E485205A-493B-C72F-5C33-667768D8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9</a:t>
            </a:fld>
            <a:endParaRPr lang="en-US"/>
          </a:p>
        </p:txBody>
      </p: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20F7D162-92A7-E93B-BAE4-94324375E6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63526" y="6356350"/>
            <a:ext cx="5443592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1E265A-EE8D-AE4D-286E-9C42492C9204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C95BEB9-489A-4C75-8B7A-D3ECCCFBD429}"/>
              </a:ext>
            </a:extLst>
          </p:cNvPr>
          <p:cNvGrpSpPr/>
          <p:nvPr/>
        </p:nvGrpSpPr>
        <p:grpSpPr>
          <a:xfrm>
            <a:off x="3430465" y="1306785"/>
            <a:ext cx="5331069" cy="4193540"/>
            <a:chOff x="5219700" y="721360"/>
            <a:chExt cx="3761740" cy="419354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34C8E1-DA01-6EC5-265E-058FA7B0A3DA}"/>
                </a:ext>
              </a:extLst>
            </p:cNvPr>
            <p:cNvSpPr/>
            <p:nvPr/>
          </p:nvSpPr>
          <p:spPr>
            <a:xfrm>
              <a:off x="5219700" y="721360"/>
              <a:ext cx="3761740" cy="419354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5C0800-CB58-18CF-5C2A-4F299972BB71}"/>
                </a:ext>
              </a:extLst>
            </p:cNvPr>
            <p:cNvSpPr/>
            <p:nvPr/>
          </p:nvSpPr>
          <p:spPr>
            <a:xfrm>
              <a:off x="5219700" y="721360"/>
              <a:ext cx="3761740" cy="472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Karbon Semibold" panose="00000700000000000000" pitchFamily="50" charset="0"/>
                </a:rPr>
                <a:t>MTD Incidents :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C1EAF9D-F7FD-F923-9605-52954BC3A0BE}"/>
              </a:ext>
            </a:extLst>
          </p:cNvPr>
          <p:cNvSpPr txBox="1"/>
          <p:nvPr/>
        </p:nvSpPr>
        <p:spPr>
          <a:xfrm>
            <a:off x="0" y="25729"/>
            <a:ext cx="6956545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Incidents:</a:t>
            </a:r>
          </a:p>
        </p:txBody>
      </p:sp>
      <p:pic>
        <p:nvPicPr>
          <p:cNvPr id="41" name="Graphic 40" descr="Sling with solid fill">
            <a:extLst>
              <a:ext uri="{FF2B5EF4-FFF2-40B4-BE49-F238E27FC236}">
                <a16:creationId xmlns:a16="http://schemas.microsoft.com/office/drawing/2014/main" id="{72353970-F9A1-3BAD-AE6C-7F9DE2DBA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36881" y="33788"/>
            <a:ext cx="383186" cy="383186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4237628"/>
              </p:ext>
            </p:extLst>
          </p:nvPr>
        </p:nvGraphicFramePr>
        <p:xfrm>
          <a:off x="3533241" y="1649956"/>
          <a:ext cx="4945075" cy="3584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1930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D4248-70AC-15E5-7495-3C13AAC5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754" y="6356350"/>
            <a:ext cx="826720" cy="501650"/>
          </a:xfrm>
        </p:spPr>
        <p:txBody>
          <a:bodyPr/>
          <a:lstStyle/>
          <a:p>
            <a:fld id="{29E96FE1-D738-EF4B-BD0E-475F24C83B1D}" type="slidenum">
              <a:rPr lang="en-US" smtClean="0"/>
              <a:t>10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D7D41-4183-CD61-AB2D-198A3367F9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3525" y="6356350"/>
            <a:ext cx="10838229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1DE81D-E444-2B8C-4459-C4223B6C4B67}"/>
              </a:ext>
            </a:extLst>
          </p:cNvPr>
          <p:cNvGrpSpPr/>
          <p:nvPr/>
        </p:nvGrpSpPr>
        <p:grpSpPr>
          <a:xfrm>
            <a:off x="5910699" y="1332230"/>
            <a:ext cx="5331069" cy="4193540"/>
            <a:chOff x="5219700" y="721360"/>
            <a:chExt cx="3761740" cy="41935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E83F17-58C2-8026-FC6D-ADE8BE68A12E}"/>
                </a:ext>
              </a:extLst>
            </p:cNvPr>
            <p:cNvSpPr/>
            <p:nvPr/>
          </p:nvSpPr>
          <p:spPr>
            <a:xfrm>
              <a:off x="5219700" y="721360"/>
              <a:ext cx="3761740" cy="419354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3CD0B2F-3DBD-84C9-5944-9FF70455FA97}"/>
                </a:ext>
              </a:extLst>
            </p:cNvPr>
            <p:cNvSpPr/>
            <p:nvPr/>
          </p:nvSpPr>
          <p:spPr>
            <a:xfrm>
              <a:off x="5219700" y="721360"/>
              <a:ext cx="3761740" cy="472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Karbon Semibold" panose="00000700000000000000" pitchFamily="50" charset="0"/>
                </a:rPr>
                <a:t>YTD Kaizen Ideas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F40C55-EB7B-6482-0870-9912975CE4D6}"/>
              </a:ext>
            </a:extLst>
          </p:cNvPr>
          <p:cNvGrpSpPr/>
          <p:nvPr/>
        </p:nvGrpSpPr>
        <p:grpSpPr>
          <a:xfrm>
            <a:off x="345587" y="1332230"/>
            <a:ext cx="5331069" cy="4193540"/>
            <a:chOff x="5219700" y="721360"/>
            <a:chExt cx="3761740" cy="41935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79ED72-2393-F9F3-DAB5-DC2ADA9D83BE}"/>
                </a:ext>
              </a:extLst>
            </p:cNvPr>
            <p:cNvSpPr/>
            <p:nvPr/>
          </p:nvSpPr>
          <p:spPr>
            <a:xfrm>
              <a:off x="5219700" y="721360"/>
              <a:ext cx="3761740" cy="419354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69E30B0-F5EC-13F0-144E-43573A8A313D}"/>
                </a:ext>
              </a:extLst>
            </p:cNvPr>
            <p:cNvSpPr/>
            <p:nvPr/>
          </p:nvSpPr>
          <p:spPr>
            <a:xfrm>
              <a:off x="5219700" y="721360"/>
              <a:ext cx="3761740" cy="472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latin typeface="Karbon Semibold" panose="00000700000000000000" pitchFamily="50" charset="0"/>
                </a:rPr>
                <a:t>MTD Kaizen Ideas 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2245067D-896B-507B-5172-35553EAE8E50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>
                    <a:alpha val="38000"/>
                  </a:schemeClr>
                </a:solidFill>
                <a:latin typeface="Karbon Semibold" panose="00000700000000000000" pitchFamily="50" charset="0"/>
              </a:rPr>
              <a:t>Kaizen Ideas:</a:t>
            </a:r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/>
            </a:r>
          </a:p>
        </p:txBody>
      </p:sp>
      <p:grpSp>
        <p:nvGrpSpPr>
          <p:cNvPr id="41" name="Graphic 39" descr="Lightbulb and gear outline">
            <a:extLst>
              <a:ext uri="{FF2B5EF4-FFF2-40B4-BE49-F238E27FC236}">
                <a16:creationId xmlns:a16="http://schemas.microsoft.com/office/drawing/2014/main" id="{B3444AF9-B0EF-AEEE-1FD9-644E98EA2E97}"/>
              </a:ext>
            </a:extLst>
          </p:cNvPr>
          <p:cNvGrpSpPr/>
          <p:nvPr/>
        </p:nvGrpSpPr>
        <p:grpSpPr>
          <a:xfrm>
            <a:off x="11655801" y="-2030"/>
            <a:ext cx="393731" cy="428183"/>
            <a:chOff x="11655801" y="-2030"/>
            <a:chExt cx="393731" cy="428183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C351254-0889-94DB-93BB-C242B096784A}"/>
                </a:ext>
              </a:extLst>
            </p:cNvPr>
            <p:cNvSpPr/>
            <p:nvPr/>
          </p:nvSpPr>
          <p:spPr>
            <a:xfrm>
              <a:off x="11828059" y="169242"/>
              <a:ext cx="49216" cy="49216"/>
            </a:xfrm>
            <a:custGeom>
              <a:avLst/>
              <a:gdLst>
                <a:gd name="connsiteX0" fmla="*/ 24608 w 49216"/>
                <a:gd name="connsiteY0" fmla="*/ 0 h 49216"/>
                <a:gd name="connsiteX1" fmla="*/ 0 w 49216"/>
                <a:gd name="connsiteY1" fmla="*/ 24608 h 49216"/>
                <a:gd name="connsiteX2" fmla="*/ 24608 w 49216"/>
                <a:gd name="connsiteY2" fmla="*/ 49216 h 49216"/>
                <a:gd name="connsiteX3" fmla="*/ 49216 w 49216"/>
                <a:gd name="connsiteY3" fmla="*/ 24608 h 49216"/>
                <a:gd name="connsiteX4" fmla="*/ 49216 w 49216"/>
                <a:gd name="connsiteY4" fmla="*/ 24608 h 49216"/>
                <a:gd name="connsiteX5" fmla="*/ 24608 w 49216"/>
                <a:gd name="connsiteY5" fmla="*/ 0 h 49216"/>
                <a:gd name="connsiteX6" fmla="*/ 24608 w 49216"/>
                <a:gd name="connsiteY6" fmla="*/ 39373 h 49216"/>
                <a:gd name="connsiteX7" fmla="*/ 9843 w 49216"/>
                <a:gd name="connsiteY7" fmla="*/ 24608 h 49216"/>
                <a:gd name="connsiteX8" fmla="*/ 24608 w 49216"/>
                <a:gd name="connsiteY8" fmla="*/ 9843 h 49216"/>
                <a:gd name="connsiteX9" fmla="*/ 39373 w 49216"/>
                <a:gd name="connsiteY9" fmla="*/ 24608 h 49216"/>
                <a:gd name="connsiteX10" fmla="*/ 24608 w 49216"/>
                <a:gd name="connsiteY10" fmla="*/ 39373 h 49216"/>
                <a:gd name="connsiteX11" fmla="*/ 24608 w 49216"/>
                <a:gd name="connsiteY11" fmla="*/ 39373 h 49216"/>
                <a:gd name="connsiteX12" fmla="*/ 24608 w 49216"/>
                <a:gd name="connsiteY12" fmla="*/ 39373 h 4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16" h="49216">
                  <a:moveTo>
                    <a:pt x="24608" y="0"/>
                  </a:moveTo>
                  <a:cubicBezTo>
                    <a:pt x="10828" y="0"/>
                    <a:pt x="0" y="10828"/>
                    <a:pt x="0" y="24608"/>
                  </a:cubicBezTo>
                  <a:cubicBezTo>
                    <a:pt x="0" y="38389"/>
                    <a:pt x="10828" y="49216"/>
                    <a:pt x="24608" y="49216"/>
                  </a:cubicBezTo>
                  <a:cubicBezTo>
                    <a:pt x="38389" y="49216"/>
                    <a:pt x="49216" y="38389"/>
                    <a:pt x="49216" y="24608"/>
                  </a:cubicBezTo>
                  <a:cubicBezTo>
                    <a:pt x="49216" y="24608"/>
                    <a:pt x="49216" y="24608"/>
                    <a:pt x="49216" y="24608"/>
                  </a:cubicBezTo>
                  <a:cubicBezTo>
                    <a:pt x="49216" y="10828"/>
                    <a:pt x="38389" y="0"/>
                    <a:pt x="24608" y="0"/>
                  </a:cubicBezTo>
                  <a:close/>
                  <a:moveTo>
                    <a:pt x="24608" y="39373"/>
                  </a:moveTo>
                  <a:cubicBezTo>
                    <a:pt x="16241" y="39373"/>
                    <a:pt x="9843" y="32975"/>
                    <a:pt x="9843" y="24608"/>
                  </a:cubicBezTo>
                  <a:cubicBezTo>
                    <a:pt x="9843" y="16241"/>
                    <a:pt x="16241" y="9843"/>
                    <a:pt x="24608" y="9843"/>
                  </a:cubicBezTo>
                  <a:cubicBezTo>
                    <a:pt x="32975" y="9843"/>
                    <a:pt x="39373" y="16241"/>
                    <a:pt x="39373" y="24608"/>
                  </a:cubicBezTo>
                  <a:cubicBezTo>
                    <a:pt x="39373" y="32975"/>
                    <a:pt x="32975" y="39373"/>
                    <a:pt x="24608" y="39373"/>
                  </a:cubicBezTo>
                  <a:cubicBezTo>
                    <a:pt x="24608" y="39373"/>
                    <a:pt x="24608" y="39373"/>
                    <a:pt x="24608" y="39373"/>
                  </a:cubicBezTo>
                  <a:lnTo>
                    <a:pt x="24608" y="39373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DF671FB-6638-A062-BA48-67C169468404}"/>
                </a:ext>
              </a:extLst>
            </p:cNvPr>
            <p:cNvSpPr/>
            <p:nvPr/>
          </p:nvSpPr>
          <p:spPr>
            <a:xfrm>
              <a:off x="11791146" y="132822"/>
              <a:ext cx="122548" cy="122548"/>
            </a:xfrm>
            <a:custGeom>
              <a:avLst/>
              <a:gdLst>
                <a:gd name="connsiteX0" fmla="*/ 107292 w 122548"/>
                <a:gd name="connsiteY0" fmla="*/ 37897 h 122548"/>
                <a:gd name="connsiteX1" fmla="*/ 111721 w 122548"/>
                <a:gd name="connsiteY1" fmla="*/ 24608 h 122548"/>
                <a:gd name="connsiteX2" fmla="*/ 97941 w 122548"/>
                <a:gd name="connsiteY2" fmla="*/ 10828 h 122548"/>
                <a:gd name="connsiteX3" fmla="*/ 84652 w 122548"/>
                <a:gd name="connsiteY3" fmla="*/ 15257 h 122548"/>
                <a:gd name="connsiteX4" fmla="*/ 77270 w 122548"/>
                <a:gd name="connsiteY4" fmla="*/ 12304 h 122548"/>
                <a:gd name="connsiteX5" fmla="*/ 70872 w 122548"/>
                <a:gd name="connsiteY5" fmla="*/ 0 h 122548"/>
                <a:gd name="connsiteX6" fmla="*/ 51677 w 122548"/>
                <a:gd name="connsiteY6" fmla="*/ 0 h 122548"/>
                <a:gd name="connsiteX7" fmla="*/ 45279 w 122548"/>
                <a:gd name="connsiteY7" fmla="*/ 12304 h 122548"/>
                <a:gd name="connsiteX8" fmla="*/ 37897 w 122548"/>
                <a:gd name="connsiteY8" fmla="*/ 15257 h 122548"/>
                <a:gd name="connsiteX9" fmla="*/ 24608 w 122548"/>
                <a:gd name="connsiteY9" fmla="*/ 10828 h 122548"/>
                <a:gd name="connsiteX10" fmla="*/ 10828 w 122548"/>
                <a:gd name="connsiteY10" fmla="*/ 24608 h 122548"/>
                <a:gd name="connsiteX11" fmla="*/ 15257 w 122548"/>
                <a:gd name="connsiteY11" fmla="*/ 37897 h 122548"/>
                <a:gd name="connsiteX12" fmla="*/ 12304 w 122548"/>
                <a:gd name="connsiteY12" fmla="*/ 45279 h 122548"/>
                <a:gd name="connsiteX13" fmla="*/ 0 w 122548"/>
                <a:gd name="connsiteY13" fmla="*/ 51677 h 122548"/>
                <a:gd name="connsiteX14" fmla="*/ 0 w 122548"/>
                <a:gd name="connsiteY14" fmla="*/ 70872 h 122548"/>
                <a:gd name="connsiteX15" fmla="*/ 12304 w 122548"/>
                <a:gd name="connsiteY15" fmla="*/ 77270 h 122548"/>
                <a:gd name="connsiteX16" fmla="*/ 15257 w 122548"/>
                <a:gd name="connsiteY16" fmla="*/ 84652 h 122548"/>
                <a:gd name="connsiteX17" fmla="*/ 10828 w 122548"/>
                <a:gd name="connsiteY17" fmla="*/ 97941 h 122548"/>
                <a:gd name="connsiteX18" fmla="*/ 25100 w 122548"/>
                <a:gd name="connsiteY18" fmla="*/ 111721 h 122548"/>
                <a:gd name="connsiteX19" fmla="*/ 38389 w 122548"/>
                <a:gd name="connsiteY19" fmla="*/ 107292 h 122548"/>
                <a:gd name="connsiteX20" fmla="*/ 45771 w 122548"/>
                <a:gd name="connsiteY20" fmla="*/ 110245 h 122548"/>
                <a:gd name="connsiteX21" fmla="*/ 52169 w 122548"/>
                <a:gd name="connsiteY21" fmla="*/ 122549 h 122548"/>
                <a:gd name="connsiteX22" fmla="*/ 71364 w 122548"/>
                <a:gd name="connsiteY22" fmla="*/ 122549 h 122548"/>
                <a:gd name="connsiteX23" fmla="*/ 77762 w 122548"/>
                <a:gd name="connsiteY23" fmla="*/ 110245 h 122548"/>
                <a:gd name="connsiteX24" fmla="*/ 84652 w 122548"/>
                <a:gd name="connsiteY24" fmla="*/ 107292 h 122548"/>
                <a:gd name="connsiteX25" fmla="*/ 97941 w 122548"/>
                <a:gd name="connsiteY25" fmla="*/ 111721 h 122548"/>
                <a:gd name="connsiteX26" fmla="*/ 111721 w 122548"/>
                <a:gd name="connsiteY26" fmla="*/ 97941 h 122548"/>
                <a:gd name="connsiteX27" fmla="*/ 107292 w 122548"/>
                <a:gd name="connsiteY27" fmla="*/ 84652 h 122548"/>
                <a:gd name="connsiteX28" fmla="*/ 110245 w 122548"/>
                <a:gd name="connsiteY28" fmla="*/ 77270 h 122548"/>
                <a:gd name="connsiteX29" fmla="*/ 122549 w 122548"/>
                <a:gd name="connsiteY29" fmla="*/ 70872 h 122548"/>
                <a:gd name="connsiteX30" fmla="*/ 122549 w 122548"/>
                <a:gd name="connsiteY30" fmla="*/ 51677 h 122548"/>
                <a:gd name="connsiteX31" fmla="*/ 110245 w 122548"/>
                <a:gd name="connsiteY31" fmla="*/ 45279 h 122548"/>
                <a:gd name="connsiteX32" fmla="*/ 107292 w 122548"/>
                <a:gd name="connsiteY32" fmla="*/ 37897 h 122548"/>
                <a:gd name="connsiteX33" fmla="*/ 112706 w 122548"/>
                <a:gd name="connsiteY33" fmla="*/ 64474 h 122548"/>
                <a:gd name="connsiteX34" fmla="*/ 101878 w 122548"/>
                <a:gd name="connsiteY34" fmla="*/ 69887 h 122548"/>
                <a:gd name="connsiteX35" fmla="*/ 101386 w 122548"/>
                <a:gd name="connsiteY35" fmla="*/ 71856 h 122548"/>
                <a:gd name="connsiteX36" fmla="*/ 97449 w 122548"/>
                <a:gd name="connsiteY36" fmla="*/ 81207 h 122548"/>
                <a:gd name="connsiteX37" fmla="*/ 96464 w 122548"/>
                <a:gd name="connsiteY37" fmla="*/ 83176 h 122548"/>
                <a:gd name="connsiteX38" fmla="*/ 100402 w 122548"/>
                <a:gd name="connsiteY38" fmla="*/ 94988 h 122548"/>
                <a:gd name="connsiteX39" fmla="*/ 95480 w 122548"/>
                <a:gd name="connsiteY39" fmla="*/ 99909 h 122548"/>
                <a:gd name="connsiteX40" fmla="*/ 84160 w 122548"/>
                <a:gd name="connsiteY40" fmla="*/ 95972 h 122548"/>
                <a:gd name="connsiteX41" fmla="*/ 82191 w 122548"/>
                <a:gd name="connsiteY41" fmla="*/ 96956 h 122548"/>
                <a:gd name="connsiteX42" fmla="*/ 73333 w 122548"/>
                <a:gd name="connsiteY42" fmla="*/ 100402 h 122548"/>
                <a:gd name="connsiteX43" fmla="*/ 70872 w 122548"/>
                <a:gd name="connsiteY43" fmla="*/ 101386 h 122548"/>
                <a:gd name="connsiteX44" fmla="*/ 65458 w 122548"/>
                <a:gd name="connsiteY44" fmla="*/ 112214 h 122548"/>
                <a:gd name="connsiteX45" fmla="*/ 58075 w 122548"/>
                <a:gd name="connsiteY45" fmla="*/ 112214 h 122548"/>
                <a:gd name="connsiteX46" fmla="*/ 52662 w 122548"/>
                <a:gd name="connsiteY46" fmla="*/ 101386 h 122548"/>
                <a:gd name="connsiteX47" fmla="*/ 50693 w 122548"/>
                <a:gd name="connsiteY47" fmla="*/ 100894 h 122548"/>
                <a:gd name="connsiteX48" fmla="*/ 41834 w 122548"/>
                <a:gd name="connsiteY48" fmla="*/ 96956 h 122548"/>
                <a:gd name="connsiteX49" fmla="*/ 39865 w 122548"/>
                <a:gd name="connsiteY49" fmla="*/ 95972 h 122548"/>
                <a:gd name="connsiteX50" fmla="*/ 28053 w 122548"/>
                <a:gd name="connsiteY50" fmla="*/ 99909 h 122548"/>
                <a:gd name="connsiteX51" fmla="*/ 22640 w 122548"/>
                <a:gd name="connsiteY51" fmla="*/ 94496 h 122548"/>
                <a:gd name="connsiteX52" fmla="*/ 26577 w 122548"/>
                <a:gd name="connsiteY52" fmla="*/ 83176 h 122548"/>
                <a:gd name="connsiteX53" fmla="*/ 25593 w 122548"/>
                <a:gd name="connsiteY53" fmla="*/ 81207 h 122548"/>
                <a:gd name="connsiteX54" fmla="*/ 21655 w 122548"/>
                <a:gd name="connsiteY54" fmla="*/ 72348 h 122548"/>
                <a:gd name="connsiteX55" fmla="*/ 21163 w 122548"/>
                <a:gd name="connsiteY55" fmla="*/ 70380 h 122548"/>
                <a:gd name="connsiteX56" fmla="*/ 10335 w 122548"/>
                <a:gd name="connsiteY56" fmla="*/ 64966 h 122548"/>
                <a:gd name="connsiteX57" fmla="*/ 10335 w 122548"/>
                <a:gd name="connsiteY57" fmla="*/ 58075 h 122548"/>
                <a:gd name="connsiteX58" fmla="*/ 21163 w 122548"/>
                <a:gd name="connsiteY58" fmla="*/ 52662 h 122548"/>
                <a:gd name="connsiteX59" fmla="*/ 21655 w 122548"/>
                <a:gd name="connsiteY59" fmla="*/ 50693 h 122548"/>
                <a:gd name="connsiteX60" fmla="*/ 25593 w 122548"/>
                <a:gd name="connsiteY60" fmla="*/ 41834 h 122548"/>
                <a:gd name="connsiteX61" fmla="*/ 26577 w 122548"/>
                <a:gd name="connsiteY61" fmla="*/ 39865 h 122548"/>
                <a:gd name="connsiteX62" fmla="*/ 22640 w 122548"/>
                <a:gd name="connsiteY62" fmla="*/ 27561 h 122548"/>
                <a:gd name="connsiteX63" fmla="*/ 27561 w 122548"/>
                <a:gd name="connsiteY63" fmla="*/ 22147 h 122548"/>
                <a:gd name="connsiteX64" fmla="*/ 39373 w 122548"/>
                <a:gd name="connsiteY64" fmla="*/ 26085 h 122548"/>
                <a:gd name="connsiteX65" fmla="*/ 41342 w 122548"/>
                <a:gd name="connsiteY65" fmla="*/ 25100 h 122548"/>
                <a:gd name="connsiteX66" fmla="*/ 50693 w 122548"/>
                <a:gd name="connsiteY66" fmla="*/ 21163 h 122548"/>
                <a:gd name="connsiteX67" fmla="*/ 52662 w 122548"/>
                <a:gd name="connsiteY67" fmla="*/ 20671 h 122548"/>
                <a:gd name="connsiteX68" fmla="*/ 58075 w 122548"/>
                <a:gd name="connsiteY68" fmla="*/ 9843 h 122548"/>
                <a:gd name="connsiteX69" fmla="*/ 64966 w 122548"/>
                <a:gd name="connsiteY69" fmla="*/ 9843 h 122548"/>
                <a:gd name="connsiteX70" fmla="*/ 70380 w 122548"/>
                <a:gd name="connsiteY70" fmla="*/ 20671 h 122548"/>
                <a:gd name="connsiteX71" fmla="*/ 72348 w 122548"/>
                <a:gd name="connsiteY71" fmla="*/ 21163 h 122548"/>
                <a:gd name="connsiteX72" fmla="*/ 81207 w 122548"/>
                <a:gd name="connsiteY72" fmla="*/ 25100 h 122548"/>
                <a:gd name="connsiteX73" fmla="*/ 83176 w 122548"/>
                <a:gd name="connsiteY73" fmla="*/ 26085 h 122548"/>
                <a:gd name="connsiteX74" fmla="*/ 94988 w 122548"/>
                <a:gd name="connsiteY74" fmla="*/ 22147 h 122548"/>
                <a:gd name="connsiteX75" fmla="*/ 99909 w 122548"/>
                <a:gd name="connsiteY75" fmla="*/ 27069 h 122548"/>
                <a:gd name="connsiteX76" fmla="*/ 95972 w 122548"/>
                <a:gd name="connsiteY76" fmla="*/ 38881 h 122548"/>
                <a:gd name="connsiteX77" fmla="*/ 96956 w 122548"/>
                <a:gd name="connsiteY77" fmla="*/ 40850 h 122548"/>
                <a:gd name="connsiteX78" fmla="*/ 100894 w 122548"/>
                <a:gd name="connsiteY78" fmla="*/ 49709 h 122548"/>
                <a:gd name="connsiteX79" fmla="*/ 101386 w 122548"/>
                <a:gd name="connsiteY79" fmla="*/ 51677 h 122548"/>
                <a:gd name="connsiteX80" fmla="*/ 112214 w 122548"/>
                <a:gd name="connsiteY80" fmla="*/ 57091 h 122548"/>
                <a:gd name="connsiteX81" fmla="*/ 112706 w 122548"/>
                <a:gd name="connsiteY81" fmla="*/ 64474 h 1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22548" h="122548">
                  <a:moveTo>
                    <a:pt x="107292" y="37897"/>
                  </a:moveTo>
                  <a:lnTo>
                    <a:pt x="111721" y="24608"/>
                  </a:lnTo>
                  <a:lnTo>
                    <a:pt x="97941" y="10828"/>
                  </a:lnTo>
                  <a:lnTo>
                    <a:pt x="84652" y="15257"/>
                  </a:lnTo>
                  <a:cubicBezTo>
                    <a:pt x="82191" y="14273"/>
                    <a:pt x="79731" y="13288"/>
                    <a:pt x="77270" y="12304"/>
                  </a:cubicBezTo>
                  <a:lnTo>
                    <a:pt x="70872" y="0"/>
                  </a:lnTo>
                  <a:lnTo>
                    <a:pt x="51677" y="0"/>
                  </a:lnTo>
                  <a:lnTo>
                    <a:pt x="45279" y="12304"/>
                  </a:lnTo>
                  <a:cubicBezTo>
                    <a:pt x="42818" y="13288"/>
                    <a:pt x="40358" y="14273"/>
                    <a:pt x="37897" y="15257"/>
                  </a:cubicBezTo>
                  <a:lnTo>
                    <a:pt x="24608" y="10828"/>
                  </a:lnTo>
                  <a:lnTo>
                    <a:pt x="10828" y="24608"/>
                  </a:lnTo>
                  <a:lnTo>
                    <a:pt x="15257" y="37897"/>
                  </a:lnTo>
                  <a:cubicBezTo>
                    <a:pt x="13781" y="40357"/>
                    <a:pt x="12796" y="42818"/>
                    <a:pt x="12304" y="45279"/>
                  </a:cubicBezTo>
                  <a:lnTo>
                    <a:pt x="0" y="51677"/>
                  </a:lnTo>
                  <a:lnTo>
                    <a:pt x="0" y="70872"/>
                  </a:lnTo>
                  <a:lnTo>
                    <a:pt x="12304" y="77270"/>
                  </a:lnTo>
                  <a:cubicBezTo>
                    <a:pt x="13288" y="79731"/>
                    <a:pt x="14273" y="82191"/>
                    <a:pt x="15257" y="84652"/>
                  </a:cubicBezTo>
                  <a:lnTo>
                    <a:pt x="10828" y="97941"/>
                  </a:lnTo>
                  <a:lnTo>
                    <a:pt x="25100" y="111721"/>
                  </a:lnTo>
                  <a:lnTo>
                    <a:pt x="38389" y="107292"/>
                  </a:lnTo>
                  <a:cubicBezTo>
                    <a:pt x="40850" y="108276"/>
                    <a:pt x="43311" y="109261"/>
                    <a:pt x="45771" y="110245"/>
                  </a:cubicBezTo>
                  <a:lnTo>
                    <a:pt x="52169" y="122549"/>
                  </a:lnTo>
                  <a:lnTo>
                    <a:pt x="71364" y="122549"/>
                  </a:lnTo>
                  <a:lnTo>
                    <a:pt x="77762" y="110245"/>
                  </a:lnTo>
                  <a:cubicBezTo>
                    <a:pt x="80223" y="109261"/>
                    <a:pt x="82684" y="108276"/>
                    <a:pt x="84652" y="107292"/>
                  </a:cubicBezTo>
                  <a:lnTo>
                    <a:pt x="97941" y="111721"/>
                  </a:lnTo>
                  <a:lnTo>
                    <a:pt x="111721" y="97941"/>
                  </a:lnTo>
                  <a:lnTo>
                    <a:pt x="107292" y="84652"/>
                  </a:lnTo>
                  <a:cubicBezTo>
                    <a:pt x="108276" y="82191"/>
                    <a:pt x="109753" y="79731"/>
                    <a:pt x="110245" y="77270"/>
                  </a:cubicBezTo>
                  <a:lnTo>
                    <a:pt x="122549" y="70872"/>
                  </a:lnTo>
                  <a:lnTo>
                    <a:pt x="122549" y="51677"/>
                  </a:lnTo>
                  <a:lnTo>
                    <a:pt x="110245" y="45279"/>
                  </a:lnTo>
                  <a:cubicBezTo>
                    <a:pt x="109753" y="42818"/>
                    <a:pt x="108768" y="40357"/>
                    <a:pt x="107292" y="37897"/>
                  </a:cubicBezTo>
                  <a:close/>
                  <a:moveTo>
                    <a:pt x="112706" y="64474"/>
                  </a:moveTo>
                  <a:lnTo>
                    <a:pt x="101878" y="69887"/>
                  </a:lnTo>
                  <a:lnTo>
                    <a:pt x="101386" y="71856"/>
                  </a:lnTo>
                  <a:cubicBezTo>
                    <a:pt x="100402" y="75301"/>
                    <a:pt x="98925" y="78254"/>
                    <a:pt x="97449" y="81207"/>
                  </a:cubicBezTo>
                  <a:lnTo>
                    <a:pt x="96464" y="83176"/>
                  </a:lnTo>
                  <a:lnTo>
                    <a:pt x="100402" y="94988"/>
                  </a:lnTo>
                  <a:lnTo>
                    <a:pt x="95480" y="99909"/>
                  </a:lnTo>
                  <a:lnTo>
                    <a:pt x="84160" y="95972"/>
                  </a:lnTo>
                  <a:lnTo>
                    <a:pt x="82191" y="96956"/>
                  </a:lnTo>
                  <a:cubicBezTo>
                    <a:pt x="79239" y="98433"/>
                    <a:pt x="76286" y="99909"/>
                    <a:pt x="73333" y="100402"/>
                  </a:cubicBezTo>
                  <a:lnTo>
                    <a:pt x="70872" y="101386"/>
                  </a:lnTo>
                  <a:lnTo>
                    <a:pt x="65458" y="112214"/>
                  </a:lnTo>
                  <a:lnTo>
                    <a:pt x="58075" y="112214"/>
                  </a:lnTo>
                  <a:lnTo>
                    <a:pt x="52662" y="101386"/>
                  </a:lnTo>
                  <a:lnTo>
                    <a:pt x="50693" y="100894"/>
                  </a:lnTo>
                  <a:cubicBezTo>
                    <a:pt x="47740" y="99909"/>
                    <a:pt x="44295" y="98925"/>
                    <a:pt x="41834" y="96956"/>
                  </a:cubicBezTo>
                  <a:lnTo>
                    <a:pt x="39865" y="95972"/>
                  </a:lnTo>
                  <a:lnTo>
                    <a:pt x="28053" y="99909"/>
                  </a:lnTo>
                  <a:lnTo>
                    <a:pt x="22640" y="94496"/>
                  </a:lnTo>
                  <a:lnTo>
                    <a:pt x="26577" y="83176"/>
                  </a:lnTo>
                  <a:lnTo>
                    <a:pt x="25593" y="81207"/>
                  </a:lnTo>
                  <a:cubicBezTo>
                    <a:pt x="24116" y="78254"/>
                    <a:pt x="22640" y="75301"/>
                    <a:pt x="21655" y="72348"/>
                  </a:cubicBezTo>
                  <a:lnTo>
                    <a:pt x="21163" y="70380"/>
                  </a:lnTo>
                  <a:lnTo>
                    <a:pt x="10335" y="64966"/>
                  </a:lnTo>
                  <a:lnTo>
                    <a:pt x="10335" y="58075"/>
                  </a:lnTo>
                  <a:lnTo>
                    <a:pt x="21163" y="52662"/>
                  </a:lnTo>
                  <a:lnTo>
                    <a:pt x="21655" y="50693"/>
                  </a:lnTo>
                  <a:cubicBezTo>
                    <a:pt x="22640" y="47740"/>
                    <a:pt x="23624" y="44295"/>
                    <a:pt x="25593" y="41834"/>
                  </a:cubicBezTo>
                  <a:lnTo>
                    <a:pt x="26577" y="39865"/>
                  </a:lnTo>
                  <a:lnTo>
                    <a:pt x="22640" y="27561"/>
                  </a:lnTo>
                  <a:lnTo>
                    <a:pt x="27561" y="22147"/>
                  </a:lnTo>
                  <a:lnTo>
                    <a:pt x="39373" y="26085"/>
                  </a:lnTo>
                  <a:lnTo>
                    <a:pt x="41342" y="25100"/>
                  </a:lnTo>
                  <a:cubicBezTo>
                    <a:pt x="44295" y="23624"/>
                    <a:pt x="47248" y="22147"/>
                    <a:pt x="50693" y="21163"/>
                  </a:cubicBezTo>
                  <a:lnTo>
                    <a:pt x="52662" y="20671"/>
                  </a:lnTo>
                  <a:lnTo>
                    <a:pt x="58075" y="9843"/>
                  </a:lnTo>
                  <a:lnTo>
                    <a:pt x="64966" y="9843"/>
                  </a:lnTo>
                  <a:lnTo>
                    <a:pt x="70380" y="20671"/>
                  </a:lnTo>
                  <a:lnTo>
                    <a:pt x="72348" y="21163"/>
                  </a:lnTo>
                  <a:cubicBezTo>
                    <a:pt x="75301" y="22147"/>
                    <a:pt x="78746" y="23132"/>
                    <a:pt x="81207" y="25100"/>
                  </a:cubicBezTo>
                  <a:lnTo>
                    <a:pt x="83176" y="26085"/>
                  </a:lnTo>
                  <a:lnTo>
                    <a:pt x="94988" y="22147"/>
                  </a:lnTo>
                  <a:lnTo>
                    <a:pt x="99909" y="27069"/>
                  </a:lnTo>
                  <a:lnTo>
                    <a:pt x="95972" y="38881"/>
                  </a:lnTo>
                  <a:lnTo>
                    <a:pt x="96956" y="40850"/>
                  </a:lnTo>
                  <a:cubicBezTo>
                    <a:pt x="98433" y="43803"/>
                    <a:pt x="99909" y="46756"/>
                    <a:pt x="100894" y="49709"/>
                  </a:cubicBezTo>
                  <a:lnTo>
                    <a:pt x="101386" y="51677"/>
                  </a:lnTo>
                  <a:lnTo>
                    <a:pt x="112214" y="57091"/>
                  </a:lnTo>
                  <a:lnTo>
                    <a:pt x="112706" y="64474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021D1AB-9AA0-8E7B-329E-8A7AF634FDA6}"/>
                </a:ext>
              </a:extLst>
            </p:cNvPr>
            <p:cNvSpPr/>
            <p:nvPr/>
          </p:nvSpPr>
          <p:spPr>
            <a:xfrm>
              <a:off x="11729626" y="69825"/>
              <a:ext cx="246082" cy="257402"/>
            </a:xfrm>
            <a:custGeom>
              <a:avLst/>
              <a:gdLst>
                <a:gd name="connsiteX0" fmla="*/ 246082 w 246082"/>
                <a:gd name="connsiteY0" fmla="*/ 127471 h 257402"/>
                <a:gd name="connsiteX1" fmla="*/ 246082 w 246082"/>
                <a:gd name="connsiteY1" fmla="*/ 123041 h 257402"/>
                <a:gd name="connsiteX2" fmla="*/ 123041 w 246082"/>
                <a:gd name="connsiteY2" fmla="*/ 0 h 257402"/>
                <a:gd name="connsiteX3" fmla="*/ 0 w 246082"/>
                <a:gd name="connsiteY3" fmla="*/ 123041 h 257402"/>
                <a:gd name="connsiteX4" fmla="*/ 0 w 246082"/>
                <a:gd name="connsiteY4" fmla="*/ 127471 h 257402"/>
                <a:gd name="connsiteX5" fmla="*/ 8367 w 246082"/>
                <a:gd name="connsiteY5" fmla="*/ 170289 h 257402"/>
                <a:gd name="connsiteX6" fmla="*/ 29530 w 246082"/>
                <a:gd name="connsiteY6" fmla="*/ 205233 h 257402"/>
                <a:gd name="connsiteX7" fmla="*/ 58568 w 246082"/>
                <a:gd name="connsiteY7" fmla="*/ 251988 h 257402"/>
                <a:gd name="connsiteX8" fmla="*/ 66934 w 246082"/>
                <a:gd name="connsiteY8" fmla="*/ 257402 h 257402"/>
                <a:gd name="connsiteX9" fmla="*/ 178656 w 246082"/>
                <a:gd name="connsiteY9" fmla="*/ 257402 h 257402"/>
                <a:gd name="connsiteX10" fmla="*/ 187023 w 246082"/>
                <a:gd name="connsiteY10" fmla="*/ 251988 h 257402"/>
                <a:gd name="connsiteX11" fmla="*/ 215568 w 246082"/>
                <a:gd name="connsiteY11" fmla="*/ 205233 h 257402"/>
                <a:gd name="connsiteX12" fmla="*/ 236731 w 246082"/>
                <a:gd name="connsiteY12" fmla="*/ 170289 h 257402"/>
                <a:gd name="connsiteX13" fmla="*/ 246082 w 246082"/>
                <a:gd name="connsiteY13" fmla="*/ 127471 h 257402"/>
                <a:gd name="connsiteX14" fmla="*/ 236239 w 246082"/>
                <a:gd name="connsiteY14" fmla="*/ 127471 h 257402"/>
                <a:gd name="connsiteX15" fmla="*/ 228364 w 246082"/>
                <a:gd name="connsiteY15" fmla="*/ 166844 h 257402"/>
                <a:gd name="connsiteX16" fmla="*/ 208678 w 246082"/>
                <a:gd name="connsiteY16" fmla="*/ 198834 h 257402"/>
                <a:gd name="connsiteX17" fmla="*/ 178656 w 246082"/>
                <a:gd name="connsiteY17" fmla="*/ 247559 h 257402"/>
                <a:gd name="connsiteX18" fmla="*/ 67427 w 246082"/>
                <a:gd name="connsiteY18" fmla="*/ 247559 h 257402"/>
                <a:gd name="connsiteX19" fmla="*/ 37405 w 246082"/>
                <a:gd name="connsiteY19" fmla="*/ 198834 h 257402"/>
                <a:gd name="connsiteX20" fmla="*/ 17718 w 246082"/>
                <a:gd name="connsiteY20" fmla="*/ 166844 h 257402"/>
                <a:gd name="connsiteX21" fmla="*/ 9843 w 246082"/>
                <a:gd name="connsiteY21" fmla="*/ 127471 h 257402"/>
                <a:gd name="connsiteX22" fmla="*/ 9843 w 246082"/>
                <a:gd name="connsiteY22" fmla="*/ 123533 h 257402"/>
                <a:gd name="connsiteX23" fmla="*/ 123041 w 246082"/>
                <a:gd name="connsiteY23" fmla="*/ 10335 h 257402"/>
                <a:gd name="connsiteX24" fmla="*/ 236239 w 246082"/>
                <a:gd name="connsiteY24" fmla="*/ 123533 h 257402"/>
                <a:gd name="connsiteX25" fmla="*/ 236239 w 246082"/>
                <a:gd name="connsiteY25" fmla="*/ 123533 h 257402"/>
                <a:gd name="connsiteX26" fmla="*/ 236239 w 246082"/>
                <a:gd name="connsiteY26" fmla="*/ 127471 h 257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6082" h="257402">
                  <a:moveTo>
                    <a:pt x="246082" y="127471"/>
                  </a:moveTo>
                  <a:lnTo>
                    <a:pt x="246082" y="123041"/>
                  </a:lnTo>
                  <a:cubicBezTo>
                    <a:pt x="246082" y="55122"/>
                    <a:pt x="190960" y="0"/>
                    <a:pt x="123041" y="0"/>
                  </a:cubicBezTo>
                  <a:cubicBezTo>
                    <a:pt x="55122" y="0"/>
                    <a:pt x="0" y="55122"/>
                    <a:pt x="0" y="123041"/>
                  </a:cubicBezTo>
                  <a:lnTo>
                    <a:pt x="0" y="127471"/>
                  </a:lnTo>
                  <a:cubicBezTo>
                    <a:pt x="492" y="142236"/>
                    <a:pt x="3445" y="156508"/>
                    <a:pt x="8367" y="170289"/>
                  </a:cubicBezTo>
                  <a:cubicBezTo>
                    <a:pt x="13288" y="183085"/>
                    <a:pt x="20671" y="194897"/>
                    <a:pt x="29530" y="205233"/>
                  </a:cubicBezTo>
                  <a:cubicBezTo>
                    <a:pt x="40850" y="217537"/>
                    <a:pt x="53154" y="241161"/>
                    <a:pt x="58568" y="251988"/>
                  </a:cubicBezTo>
                  <a:cubicBezTo>
                    <a:pt x="60044" y="254941"/>
                    <a:pt x="63489" y="257402"/>
                    <a:pt x="66934" y="257402"/>
                  </a:cubicBezTo>
                  <a:lnTo>
                    <a:pt x="178656" y="257402"/>
                  </a:lnTo>
                  <a:cubicBezTo>
                    <a:pt x="182101" y="257402"/>
                    <a:pt x="185546" y="255433"/>
                    <a:pt x="187023" y="251988"/>
                  </a:cubicBezTo>
                  <a:cubicBezTo>
                    <a:pt x="192436" y="241161"/>
                    <a:pt x="204740" y="217537"/>
                    <a:pt x="215568" y="205233"/>
                  </a:cubicBezTo>
                  <a:cubicBezTo>
                    <a:pt x="224919" y="194897"/>
                    <a:pt x="231810" y="183085"/>
                    <a:pt x="236731" y="170289"/>
                  </a:cubicBezTo>
                  <a:cubicBezTo>
                    <a:pt x="242637" y="156508"/>
                    <a:pt x="245590" y="141743"/>
                    <a:pt x="246082" y="127471"/>
                  </a:cubicBezTo>
                  <a:close/>
                  <a:moveTo>
                    <a:pt x="236239" y="127471"/>
                  </a:moveTo>
                  <a:cubicBezTo>
                    <a:pt x="235747" y="140759"/>
                    <a:pt x="233286" y="154048"/>
                    <a:pt x="228364" y="166844"/>
                  </a:cubicBezTo>
                  <a:cubicBezTo>
                    <a:pt x="223935" y="178656"/>
                    <a:pt x="217045" y="189483"/>
                    <a:pt x="208678" y="198834"/>
                  </a:cubicBezTo>
                  <a:cubicBezTo>
                    <a:pt x="196866" y="211631"/>
                    <a:pt x="184562" y="234763"/>
                    <a:pt x="178656" y="247559"/>
                  </a:cubicBezTo>
                  <a:lnTo>
                    <a:pt x="67427" y="247559"/>
                  </a:lnTo>
                  <a:cubicBezTo>
                    <a:pt x="61028" y="234763"/>
                    <a:pt x="48724" y="211631"/>
                    <a:pt x="37405" y="198834"/>
                  </a:cubicBezTo>
                  <a:cubicBezTo>
                    <a:pt x="29038" y="189483"/>
                    <a:pt x="22640" y="178656"/>
                    <a:pt x="17718" y="166844"/>
                  </a:cubicBezTo>
                  <a:cubicBezTo>
                    <a:pt x="12796" y="154540"/>
                    <a:pt x="10335" y="141251"/>
                    <a:pt x="9843" y="127471"/>
                  </a:cubicBezTo>
                  <a:lnTo>
                    <a:pt x="9843" y="123533"/>
                  </a:lnTo>
                  <a:cubicBezTo>
                    <a:pt x="9843" y="61028"/>
                    <a:pt x="60536" y="10335"/>
                    <a:pt x="123041" y="10335"/>
                  </a:cubicBezTo>
                  <a:cubicBezTo>
                    <a:pt x="185546" y="10335"/>
                    <a:pt x="236239" y="61028"/>
                    <a:pt x="236239" y="123533"/>
                  </a:cubicBezTo>
                  <a:lnTo>
                    <a:pt x="236239" y="123533"/>
                  </a:lnTo>
                  <a:lnTo>
                    <a:pt x="236239" y="127471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E006DF2-9763-08AA-6CB4-3D533C78273A}"/>
                </a:ext>
              </a:extLst>
            </p:cNvPr>
            <p:cNvSpPr/>
            <p:nvPr/>
          </p:nvSpPr>
          <p:spPr>
            <a:xfrm>
              <a:off x="11794099" y="356757"/>
              <a:ext cx="118119" cy="9843"/>
            </a:xfrm>
            <a:custGeom>
              <a:avLst/>
              <a:gdLst>
                <a:gd name="connsiteX0" fmla="*/ 113198 w 118119"/>
                <a:gd name="connsiteY0" fmla="*/ 0 h 9843"/>
                <a:gd name="connsiteX1" fmla="*/ 4922 w 118119"/>
                <a:gd name="connsiteY1" fmla="*/ 0 h 9843"/>
                <a:gd name="connsiteX2" fmla="*/ 0 w 118119"/>
                <a:gd name="connsiteY2" fmla="*/ 4922 h 9843"/>
                <a:gd name="connsiteX3" fmla="*/ 4922 w 118119"/>
                <a:gd name="connsiteY3" fmla="*/ 9843 h 9843"/>
                <a:gd name="connsiteX4" fmla="*/ 113198 w 118119"/>
                <a:gd name="connsiteY4" fmla="*/ 9843 h 9843"/>
                <a:gd name="connsiteX5" fmla="*/ 118120 w 118119"/>
                <a:gd name="connsiteY5" fmla="*/ 4922 h 9843"/>
                <a:gd name="connsiteX6" fmla="*/ 113198 w 118119"/>
                <a:gd name="connsiteY6" fmla="*/ 0 h 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119" h="9843">
                  <a:moveTo>
                    <a:pt x="113198" y="0"/>
                  </a:moveTo>
                  <a:lnTo>
                    <a:pt x="4922" y="0"/>
                  </a:lnTo>
                  <a:cubicBezTo>
                    <a:pt x="1969" y="0"/>
                    <a:pt x="0" y="1969"/>
                    <a:pt x="0" y="4922"/>
                  </a:cubicBezTo>
                  <a:cubicBezTo>
                    <a:pt x="0" y="7875"/>
                    <a:pt x="1969" y="9843"/>
                    <a:pt x="4922" y="9843"/>
                  </a:cubicBezTo>
                  <a:lnTo>
                    <a:pt x="113198" y="9843"/>
                  </a:lnTo>
                  <a:cubicBezTo>
                    <a:pt x="116151" y="9843"/>
                    <a:pt x="118120" y="7875"/>
                    <a:pt x="118120" y="4922"/>
                  </a:cubicBezTo>
                  <a:cubicBezTo>
                    <a:pt x="118120" y="1969"/>
                    <a:pt x="116151" y="0"/>
                    <a:pt x="113198" y="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D931413-0A1F-C04D-C24A-ADE6A3421227}"/>
                </a:ext>
              </a:extLst>
            </p:cNvPr>
            <p:cNvSpPr/>
            <p:nvPr/>
          </p:nvSpPr>
          <p:spPr>
            <a:xfrm>
              <a:off x="11849222" y="-2030"/>
              <a:ext cx="9843" cy="54138"/>
            </a:xfrm>
            <a:custGeom>
              <a:avLst/>
              <a:gdLst>
                <a:gd name="connsiteX0" fmla="*/ 4922 w 9843"/>
                <a:gd name="connsiteY0" fmla="*/ 54138 h 54138"/>
                <a:gd name="connsiteX1" fmla="*/ 9843 w 9843"/>
                <a:gd name="connsiteY1" fmla="*/ 49216 h 54138"/>
                <a:gd name="connsiteX2" fmla="*/ 9843 w 9843"/>
                <a:gd name="connsiteY2" fmla="*/ 4922 h 54138"/>
                <a:gd name="connsiteX3" fmla="*/ 4922 w 9843"/>
                <a:gd name="connsiteY3" fmla="*/ 0 h 54138"/>
                <a:gd name="connsiteX4" fmla="*/ 0 w 9843"/>
                <a:gd name="connsiteY4" fmla="*/ 4922 h 54138"/>
                <a:gd name="connsiteX5" fmla="*/ 0 w 9843"/>
                <a:gd name="connsiteY5" fmla="*/ 49216 h 54138"/>
                <a:gd name="connsiteX6" fmla="*/ 4922 w 9843"/>
                <a:gd name="connsiteY6" fmla="*/ 54138 h 54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43" h="54138">
                  <a:moveTo>
                    <a:pt x="4922" y="54138"/>
                  </a:moveTo>
                  <a:cubicBezTo>
                    <a:pt x="7875" y="54138"/>
                    <a:pt x="9843" y="52169"/>
                    <a:pt x="9843" y="49216"/>
                  </a:cubicBezTo>
                  <a:lnTo>
                    <a:pt x="9843" y="4922"/>
                  </a:lnTo>
                  <a:cubicBezTo>
                    <a:pt x="9843" y="1969"/>
                    <a:pt x="7875" y="0"/>
                    <a:pt x="4922" y="0"/>
                  </a:cubicBezTo>
                  <a:cubicBezTo>
                    <a:pt x="1969" y="0"/>
                    <a:pt x="0" y="1969"/>
                    <a:pt x="0" y="4922"/>
                  </a:cubicBezTo>
                  <a:lnTo>
                    <a:pt x="0" y="49216"/>
                  </a:lnTo>
                  <a:cubicBezTo>
                    <a:pt x="0" y="52169"/>
                    <a:pt x="1969" y="54138"/>
                    <a:pt x="4922" y="54138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A92A5D-D045-62F0-DF34-A7F34FF406FA}"/>
                </a:ext>
              </a:extLst>
            </p:cNvPr>
            <p:cNvSpPr/>
            <p:nvPr/>
          </p:nvSpPr>
          <p:spPr>
            <a:xfrm>
              <a:off x="11655801" y="189913"/>
              <a:ext cx="54138" cy="9843"/>
            </a:xfrm>
            <a:custGeom>
              <a:avLst/>
              <a:gdLst>
                <a:gd name="connsiteX0" fmla="*/ 49216 w 54138"/>
                <a:gd name="connsiteY0" fmla="*/ 0 h 9843"/>
                <a:gd name="connsiteX1" fmla="*/ 4922 w 54138"/>
                <a:gd name="connsiteY1" fmla="*/ 0 h 9843"/>
                <a:gd name="connsiteX2" fmla="*/ 0 w 54138"/>
                <a:gd name="connsiteY2" fmla="*/ 4922 h 9843"/>
                <a:gd name="connsiteX3" fmla="*/ 4922 w 54138"/>
                <a:gd name="connsiteY3" fmla="*/ 9843 h 9843"/>
                <a:gd name="connsiteX4" fmla="*/ 49216 w 54138"/>
                <a:gd name="connsiteY4" fmla="*/ 9843 h 9843"/>
                <a:gd name="connsiteX5" fmla="*/ 54138 w 54138"/>
                <a:gd name="connsiteY5" fmla="*/ 4922 h 9843"/>
                <a:gd name="connsiteX6" fmla="*/ 49216 w 54138"/>
                <a:gd name="connsiteY6" fmla="*/ 0 h 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138" h="9843">
                  <a:moveTo>
                    <a:pt x="49216" y="0"/>
                  </a:moveTo>
                  <a:lnTo>
                    <a:pt x="4922" y="0"/>
                  </a:lnTo>
                  <a:cubicBezTo>
                    <a:pt x="1969" y="0"/>
                    <a:pt x="0" y="1969"/>
                    <a:pt x="0" y="4922"/>
                  </a:cubicBezTo>
                  <a:cubicBezTo>
                    <a:pt x="0" y="7875"/>
                    <a:pt x="1969" y="9843"/>
                    <a:pt x="4922" y="9843"/>
                  </a:cubicBezTo>
                  <a:lnTo>
                    <a:pt x="49216" y="9843"/>
                  </a:lnTo>
                  <a:cubicBezTo>
                    <a:pt x="52169" y="9843"/>
                    <a:pt x="54138" y="7875"/>
                    <a:pt x="54138" y="4922"/>
                  </a:cubicBezTo>
                  <a:cubicBezTo>
                    <a:pt x="54138" y="1969"/>
                    <a:pt x="51677" y="0"/>
                    <a:pt x="49216" y="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8B10787-9863-4E69-4F4E-512F501659D4}"/>
                </a:ext>
              </a:extLst>
            </p:cNvPr>
            <p:cNvSpPr/>
            <p:nvPr/>
          </p:nvSpPr>
          <p:spPr>
            <a:xfrm>
              <a:off x="11995395" y="189913"/>
              <a:ext cx="54138" cy="9843"/>
            </a:xfrm>
            <a:custGeom>
              <a:avLst/>
              <a:gdLst>
                <a:gd name="connsiteX0" fmla="*/ 49216 w 54138"/>
                <a:gd name="connsiteY0" fmla="*/ 0 h 9843"/>
                <a:gd name="connsiteX1" fmla="*/ 4922 w 54138"/>
                <a:gd name="connsiteY1" fmla="*/ 0 h 9843"/>
                <a:gd name="connsiteX2" fmla="*/ 0 w 54138"/>
                <a:gd name="connsiteY2" fmla="*/ 4922 h 9843"/>
                <a:gd name="connsiteX3" fmla="*/ 4922 w 54138"/>
                <a:gd name="connsiteY3" fmla="*/ 9843 h 9843"/>
                <a:gd name="connsiteX4" fmla="*/ 49216 w 54138"/>
                <a:gd name="connsiteY4" fmla="*/ 9843 h 9843"/>
                <a:gd name="connsiteX5" fmla="*/ 54138 w 54138"/>
                <a:gd name="connsiteY5" fmla="*/ 4922 h 9843"/>
                <a:gd name="connsiteX6" fmla="*/ 49216 w 54138"/>
                <a:gd name="connsiteY6" fmla="*/ 0 h 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138" h="9843">
                  <a:moveTo>
                    <a:pt x="49216" y="0"/>
                  </a:moveTo>
                  <a:lnTo>
                    <a:pt x="4922" y="0"/>
                  </a:lnTo>
                  <a:cubicBezTo>
                    <a:pt x="1969" y="0"/>
                    <a:pt x="0" y="1969"/>
                    <a:pt x="0" y="4922"/>
                  </a:cubicBezTo>
                  <a:cubicBezTo>
                    <a:pt x="0" y="7875"/>
                    <a:pt x="1969" y="9843"/>
                    <a:pt x="4922" y="9843"/>
                  </a:cubicBezTo>
                  <a:lnTo>
                    <a:pt x="49216" y="9843"/>
                  </a:lnTo>
                  <a:cubicBezTo>
                    <a:pt x="52169" y="9843"/>
                    <a:pt x="54138" y="7875"/>
                    <a:pt x="54138" y="4922"/>
                  </a:cubicBezTo>
                  <a:cubicBezTo>
                    <a:pt x="54138" y="1969"/>
                    <a:pt x="51677" y="0"/>
                    <a:pt x="49216" y="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EF240C9-55C5-5598-1C24-51DD2CD3EA26}"/>
                </a:ext>
              </a:extLst>
            </p:cNvPr>
            <p:cNvSpPr/>
            <p:nvPr/>
          </p:nvSpPr>
          <p:spPr>
            <a:xfrm>
              <a:off x="11711840" y="54008"/>
              <a:ext cx="41409" cy="41409"/>
            </a:xfrm>
            <a:custGeom>
              <a:avLst/>
              <a:gdLst>
                <a:gd name="connsiteX0" fmla="*/ 33043 w 41409"/>
                <a:gd name="connsiteY0" fmla="*/ 39933 h 41409"/>
                <a:gd name="connsiteX1" fmla="*/ 39933 w 41409"/>
                <a:gd name="connsiteY1" fmla="*/ 39933 h 41409"/>
                <a:gd name="connsiteX2" fmla="*/ 39933 w 41409"/>
                <a:gd name="connsiteY2" fmla="*/ 33043 h 41409"/>
                <a:gd name="connsiteX3" fmla="*/ 8435 w 41409"/>
                <a:gd name="connsiteY3" fmla="*/ 1545 h 41409"/>
                <a:gd name="connsiteX4" fmla="*/ 1545 w 41409"/>
                <a:gd name="connsiteY4" fmla="*/ 1052 h 41409"/>
                <a:gd name="connsiteX5" fmla="*/ 1052 w 41409"/>
                <a:gd name="connsiteY5" fmla="*/ 7943 h 41409"/>
                <a:gd name="connsiteX6" fmla="*/ 1545 w 41409"/>
                <a:gd name="connsiteY6" fmla="*/ 8435 h 41409"/>
                <a:gd name="connsiteX7" fmla="*/ 33043 w 41409"/>
                <a:gd name="connsiteY7" fmla="*/ 39933 h 4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409" h="41409">
                  <a:moveTo>
                    <a:pt x="33043" y="39933"/>
                  </a:moveTo>
                  <a:cubicBezTo>
                    <a:pt x="35012" y="41902"/>
                    <a:pt x="37965" y="41902"/>
                    <a:pt x="39933" y="39933"/>
                  </a:cubicBezTo>
                  <a:cubicBezTo>
                    <a:pt x="41902" y="37965"/>
                    <a:pt x="41902" y="35012"/>
                    <a:pt x="39933" y="33043"/>
                  </a:cubicBezTo>
                  <a:lnTo>
                    <a:pt x="8435" y="1545"/>
                  </a:lnTo>
                  <a:cubicBezTo>
                    <a:pt x="6466" y="-424"/>
                    <a:pt x="3513" y="-424"/>
                    <a:pt x="1545" y="1052"/>
                  </a:cubicBezTo>
                  <a:cubicBezTo>
                    <a:pt x="-424" y="3021"/>
                    <a:pt x="-424" y="5974"/>
                    <a:pt x="1052" y="7943"/>
                  </a:cubicBezTo>
                  <a:cubicBezTo>
                    <a:pt x="1052" y="7943"/>
                    <a:pt x="1052" y="7943"/>
                    <a:pt x="1545" y="8435"/>
                  </a:cubicBezTo>
                  <a:lnTo>
                    <a:pt x="33043" y="39933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35FF61E-4DC4-35F2-E8A3-369EC0AB2838}"/>
                </a:ext>
              </a:extLst>
            </p:cNvPr>
            <p:cNvSpPr/>
            <p:nvPr/>
          </p:nvSpPr>
          <p:spPr>
            <a:xfrm>
              <a:off x="11952084" y="294252"/>
              <a:ext cx="41341" cy="41341"/>
            </a:xfrm>
            <a:custGeom>
              <a:avLst/>
              <a:gdLst>
                <a:gd name="connsiteX0" fmla="*/ 8367 w 41341"/>
                <a:gd name="connsiteY0" fmla="*/ 1476 h 41341"/>
                <a:gd name="connsiteX1" fmla="*/ 1476 w 41341"/>
                <a:gd name="connsiteY1" fmla="*/ 1476 h 41341"/>
                <a:gd name="connsiteX2" fmla="*/ 1476 w 41341"/>
                <a:gd name="connsiteY2" fmla="*/ 8367 h 41341"/>
                <a:gd name="connsiteX3" fmla="*/ 1476 w 41341"/>
                <a:gd name="connsiteY3" fmla="*/ 8367 h 41341"/>
                <a:gd name="connsiteX4" fmla="*/ 32975 w 41341"/>
                <a:gd name="connsiteY4" fmla="*/ 39865 h 41341"/>
                <a:gd name="connsiteX5" fmla="*/ 39865 w 41341"/>
                <a:gd name="connsiteY5" fmla="*/ 39865 h 41341"/>
                <a:gd name="connsiteX6" fmla="*/ 39865 w 41341"/>
                <a:gd name="connsiteY6" fmla="*/ 32975 h 41341"/>
                <a:gd name="connsiteX7" fmla="*/ 8367 w 41341"/>
                <a:gd name="connsiteY7" fmla="*/ 1476 h 4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341" h="41341">
                  <a:moveTo>
                    <a:pt x="8367" y="1476"/>
                  </a:moveTo>
                  <a:cubicBezTo>
                    <a:pt x="6398" y="-492"/>
                    <a:pt x="3445" y="-492"/>
                    <a:pt x="1476" y="1476"/>
                  </a:cubicBezTo>
                  <a:cubicBezTo>
                    <a:pt x="-492" y="3445"/>
                    <a:pt x="-492" y="6398"/>
                    <a:pt x="1476" y="8367"/>
                  </a:cubicBezTo>
                  <a:cubicBezTo>
                    <a:pt x="1476" y="8367"/>
                    <a:pt x="1476" y="8367"/>
                    <a:pt x="1476" y="8367"/>
                  </a:cubicBezTo>
                  <a:lnTo>
                    <a:pt x="32975" y="39865"/>
                  </a:lnTo>
                  <a:cubicBezTo>
                    <a:pt x="34944" y="41834"/>
                    <a:pt x="37897" y="41834"/>
                    <a:pt x="39865" y="39865"/>
                  </a:cubicBezTo>
                  <a:cubicBezTo>
                    <a:pt x="41834" y="37897"/>
                    <a:pt x="41834" y="34944"/>
                    <a:pt x="39865" y="32975"/>
                  </a:cubicBezTo>
                  <a:lnTo>
                    <a:pt x="8367" y="1476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9C4C744-E2A8-2B78-EB76-3CB9F1A0B65E}"/>
                </a:ext>
              </a:extLst>
            </p:cNvPr>
            <p:cNvSpPr/>
            <p:nvPr/>
          </p:nvSpPr>
          <p:spPr>
            <a:xfrm>
              <a:off x="11952016" y="53584"/>
              <a:ext cx="41409" cy="41409"/>
            </a:xfrm>
            <a:custGeom>
              <a:avLst/>
              <a:gdLst>
                <a:gd name="connsiteX0" fmla="*/ 32059 w 41409"/>
                <a:gd name="connsiteY0" fmla="*/ 2461 h 41409"/>
                <a:gd name="connsiteX1" fmla="*/ 1545 w 41409"/>
                <a:gd name="connsiteY1" fmla="*/ 32975 h 41409"/>
                <a:gd name="connsiteX2" fmla="*/ 1052 w 41409"/>
                <a:gd name="connsiteY2" fmla="*/ 39865 h 41409"/>
                <a:gd name="connsiteX3" fmla="*/ 7943 w 41409"/>
                <a:gd name="connsiteY3" fmla="*/ 40357 h 41409"/>
                <a:gd name="connsiteX4" fmla="*/ 8435 w 41409"/>
                <a:gd name="connsiteY4" fmla="*/ 39865 h 41409"/>
                <a:gd name="connsiteX5" fmla="*/ 39933 w 41409"/>
                <a:gd name="connsiteY5" fmla="*/ 8367 h 41409"/>
                <a:gd name="connsiteX6" fmla="*/ 39933 w 41409"/>
                <a:gd name="connsiteY6" fmla="*/ 1476 h 41409"/>
                <a:gd name="connsiteX7" fmla="*/ 33043 w 41409"/>
                <a:gd name="connsiteY7" fmla="*/ 1476 h 41409"/>
                <a:gd name="connsiteX8" fmla="*/ 32059 w 41409"/>
                <a:gd name="connsiteY8" fmla="*/ 2461 h 4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9" h="41409">
                  <a:moveTo>
                    <a:pt x="32059" y="2461"/>
                  </a:moveTo>
                  <a:lnTo>
                    <a:pt x="1545" y="32975"/>
                  </a:lnTo>
                  <a:cubicBezTo>
                    <a:pt x="-424" y="34944"/>
                    <a:pt x="-424" y="37897"/>
                    <a:pt x="1052" y="39865"/>
                  </a:cubicBezTo>
                  <a:cubicBezTo>
                    <a:pt x="3021" y="41834"/>
                    <a:pt x="5974" y="41834"/>
                    <a:pt x="7943" y="40357"/>
                  </a:cubicBezTo>
                  <a:cubicBezTo>
                    <a:pt x="7943" y="40357"/>
                    <a:pt x="7943" y="40357"/>
                    <a:pt x="8435" y="39865"/>
                  </a:cubicBezTo>
                  <a:lnTo>
                    <a:pt x="39933" y="8367"/>
                  </a:lnTo>
                  <a:cubicBezTo>
                    <a:pt x="41902" y="6398"/>
                    <a:pt x="41902" y="3445"/>
                    <a:pt x="39933" y="1476"/>
                  </a:cubicBezTo>
                  <a:cubicBezTo>
                    <a:pt x="37965" y="-492"/>
                    <a:pt x="35012" y="-492"/>
                    <a:pt x="33043" y="1476"/>
                  </a:cubicBezTo>
                  <a:lnTo>
                    <a:pt x="32059" y="2461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DDAF492-1065-E1B5-E026-185B834092C1}"/>
                </a:ext>
              </a:extLst>
            </p:cNvPr>
            <p:cNvSpPr/>
            <p:nvPr/>
          </p:nvSpPr>
          <p:spPr>
            <a:xfrm>
              <a:off x="11711908" y="294252"/>
              <a:ext cx="41341" cy="41341"/>
            </a:xfrm>
            <a:custGeom>
              <a:avLst/>
              <a:gdLst>
                <a:gd name="connsiteX0" fmla="*/ 32975 w 41341"/>
                <a:gd name="connsiteY0" fmla="*/ 1476 h 41341"/>
                <a:gd name="connsiteX1" fmla="*/ 1476 w 41341"/>
                <a:gd name="connsiteY1" fmla="*/ 32975 h 41341"/>
                <a:gd name="connsiteX2" fmla="*/ 1476 w 41341"/>
                <a:gd name="connsiteY2" fmla="*/ 39865 h 41341"/>
                <a:gd name="connsiteX3" fmla="*/ 8367 w 41341"/>
                <a:gd name="connsiteY3" fmla="*/ 39865 h 41341"/>
                <a:gd name="connsiteX4" fmla="*/ 8367 w 41341"/>
                <a:gd name="connsiteY4" fmla="*/ 39865 h 41341"/>
                <a:gd name="connsiteX5" fmla="*/ 39865 w 41341"/>
                <a:gd name="connsiteY5" fmla="*/ 8367 h 41341"/>
                <a:gd name="connsiteX6" fmla="*/ 39865 w 41341"/>
                <a:gd name="connsiteY6" fmla="*/ 1476 h 41341"/>
                <a:gd name="connsiteX7" fmla="*/ 32975 w 41341"/>
                <a:gd name="connsiteY7" fmla="*/ 1476 h 41341"/>
                <a:gd name="connsiteX8" fmla="*/ 32975 w 41341"/>
                <a:gd name="connsiteY8" fmla="*/ 1476 h 41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41" h="41341">
                  <a:moveTo>
                    <a:pt x="32975" y="1476"/>
                  </a:moveTo>
                  <a:lnTo>
                    <a:pt x="1476" y="32975"/>
                  </a:lnTo>
                  <a:cubicBezTo>
                    <a:pt x="-492" y="34944"/>
                    <a:pt x="-492" y="37897"/>
                    <a:pt x="1476" y="39865"/>
                  </a:cubicBezTo>
                  <a:cubicBezTo>
                    <a:pt x="3445" y="41834"/>
                    <a:pt x="6398" y="41834"/>
                    <a:pt x="8367" y="39865"/>
                  </a:cubicBezTo>
                  <a:cubicBezTo>
                    <a:pt x="8367" y="39865"/>
                    <a:pt x="8367" y="39865"/>
                    <a:pt x="8367" y="39865"/>
                  </a:cubicBezTo>
                  <a:lnTo>
                    <a:pt x="39865" y="8367"/>
                  </a:lnTo>
                  <a:cubicBezTo>
                    <a:pt x="41834" y="6398"/>
                    <a:pt x="41834" y="3445"/>
                    <a:pt x="39865" y="1476"/>
                  </a:cubicBezTo>
                  <a:cubicBezTo>
                    <a:pt x="37897" y="-492"/>
                    <a:pt x="34944" y="-492"/>
                    <a:pt x="32975" y="1476"/>
                  </a:cubicBezTo>
                  <a:lnTo>
                    <a:pt x="32975" y="1476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5F125DE-5438-C37C-EE23-18D0D0DB2A85}"/>
                </a:ext>
              </a:extLst>
            </p:cNvPr>
            <p:cNvSpPr/>
            <p:nvPr/>
          </p:nvSpPr>
          <p:spPr>
            <a:xfrm>
              <a:off x="11824121" y="394654"/>
              <a:ext cx="57091" cy="31498"/>
            </a:xfrm>
            <a:custGeom>
              <a:avLst/>
              <a:gdLst>
                <a:gd name="connsiteX0" fmla="*/ 28546 w 57091"/>
                <a:gd name="connsiteY0" fmla="*/ 31499 h 31498"/>
                <a:gd name="connsiteX1" fmla="*/ 0 w 57091"/>
                <a:gd name="connsiteY1" fmla="*/ 5414 h 31498"/>
                <a:gd name="connsiteX2" fmla="*/ 4429 w 57091"/>
                <a:gd name="connsiteY2" fmla="*/ 0 h 31498"/>
                <a:gd name="connsiteX3" fmla="*/ 4922 w 57091"/>
                <a:gd name="connsiteY3" fmla="*/ 0 h 31498"/>
                <a:gd name="connsiteX4" fmla="*/ 52169 w 57091"/>
                <a:gd name="connsiteY4" fmla="*/ 0 h 31498"/>
                <a:gd name="connsiteX5" fmla="*/ 57091 w 57091"/>
                <a:gd name="connsiteY5" fmla="*/ 4922 h 31498"/>
                <a:gd name="connsiteX6" fmla="*/ 57091 w 57091"/>
                <a:gd name="connsiteY6" fmla="*/ 5414 h 31498"/>
                <a:gd name="connsiteX7" fmla="*/ 28546 w 57091"/>
                <a:gd name="connsiteY7" fmla="*/ 31499 h 31498"/>
                <a:gd name="connsiteX8" fmla="*/ 11320 w 57091"/>
                <a:gd name="connsiteY8" fmla="*/ 9843 h 31498"/>
                <a:gd name="connsiteX9" fmla="*/ 35436 w 57091"/>
                <a:gd name="connsiteY9" fmla="*/ 20671 h 31498"/>
                <a:gd name="connsiteX10" fmla="*/ 46263 w 57091"/>
                <a:gd name="connsiteY10" fmla="*/ 9843 h 31498"/>
                <a:gd name="connsiteX11" fmla="*/ 11320 w 57091"/>
                <a:gd name="connsiteY11" fmla="*/ 9843 h 31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091" h="31498">
                  <a:moveTo>
                    <a:pt x="28546" y="31499"/>
                  </a:moveTo>
                  <a:cubicBezTo>
                    <a:pt x="13781" y="31499"/>
                    <a:pt x="1476" y="20179"/>
                    <a:pt x="0" y="5414"/>
                  </a:cubicBezTo>
                  <a:cubicBezTo>
                    <a:pt x="0" y="2461"/>
                    <a:pt x="1969" y="492"/>
                    <a:pt x="4429" y="0"/>
                  </a:cubicBezTo>
                  <a:cubicBezTo>
                    <a:pt x="4429" y="0"/>
                    <a:pt x="4922" y="0"/>
                    <a:pt x="4922" y="0"/>
                  </a:cubicBezTo>
                  <a:lnTo>
                    <a:pt x="52169" y="0"/>
                  </a:lnTo>
                  <a:cubicBezTo>
                    <a:pt x="55122" y="0"/>
                    <a:pt x="57091" y="1969"/>
                    <a:pt x="57091" y="4922"/>
                  </a:cubicBezTo>
                  <a:cubicBezTo>
                    <a:pt x="57091" y="4922"/>
                    <a:pt x="57091" y="5414"/>
                    <a:pt x="57091" y="5414"/>
                  </a:cubicBezTo>
                  <a:cubicBezTo>
                    <a:pt x="55615" y="20179"/>
                    <a:pt x="43310" y="31499"/>
                    <a:pt x="28546" y="31499"/>
                  </a:cubicBezTo>
                  <a:close/>
                  <a:moveTo>
                    <a:pt x="11320" y="9843"/>
                  </a:moveTo>
                  <a:cubicBezTo>
                    <a:pt x="15257" y="19194"/>
                    <a:pt x="26085" y="24116"/>
                    <a:pt x="35436" y="20671"/>
                  </a:cubicBezTo>
                  <a:cubicBezTo>
                    <a:pt x="40358" y="18702"/>
                    <a:pt x="44295" y="14765"/>
                    <a:pt x="46263" y="9843"/>
                  </a:cubicBezTo>
                  <a:lnTo>
                    <a:pt x="11320" y="9843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904BB74-420E-6349-0E36-94CE73E281D0}"/>
              </a:ext>
            </a:extLst>
          </p:cNvPr>
          <p:cNvSpPr/>
          <p:nvPr/>
        </p:nvSpPr>
        <p:spPr>
          <a:xfrm>
            <a:off x="5152103" y="1332230"/>
            <a:ext cx="524553" cy="472440"/>
          </a:xfrm>
          <a:prstGeom prst="rect">
            <a:avLst/>
          </a:prstGeom>
          <a:solidFill>
            <a:srgbClr val="F4E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8414D"/>
                </a:solidFill>
                <a:latin typeface="Karbon Bold"/>
              </a:rPr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D97D6D-0ED9-07D3-07F1-5CA7A4C99655}"/>
              </a:ext>
            </a:extLst>
          </p:cNvPr>
          <p:cNvSpPr/>
          <p:nvPr/>
        </p:nvSpPr>
        <p:spPr>
          <a:xfrm>
            <a:off x="10717215" y="1332230"/>
            <a:ext cx="524553" cy="472440"/>
          </a:xfrm>
          <a:prstGeom prst="rect">
            <a:avLst/>
          </a:prstGeom>
          <a:solidFill>
            <a:srgbClr val="F4E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8414D"/>
                </a:solidFill>
                <a:latin typeface="Karbon Semibold" panose="00000700000000000000" pitchFamily="50" charset="0"/>
              </a:rPr>
              <a:t>110</a:t>
            </a:r>
            <a:endParaRPr lang="en-US" b="1" dirty="0">
              <a:solidFill>
                <a:srgbClr val="28414D"/>
              </a:solidFill>
              <a:latin typeface="+mj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5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3523270"/>
              </p:ext>
            </p:extLst>
          </p:nvPr>
        </p:nvGraphicFramePr>
        <p:xfrm>
          <a:off x="614173" y="1883475"/>
          <a:ext cx="4793895" cy="3822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5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431977"/>
              </p:ext>
            </p:extLst>
          </p:nvPr>
        </p:nvGraphicFramePr>
        <p:xfrm>
          <a:off x="6096000" y="1753771"/>
          <a:ext cx="4945346" cy="3822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9809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B2D27-6A3F-4A0A-055F-5708A07C699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63525" y="6356350"/>
            <a:ext cx="10838229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7416B3-C867-0D37-3927-27902D2DC369}"/>
              </a:ext>
            </a:extLst>
          </p:cNvPr>
          <p:cNvSpPr/>
          <p:nvPr/>
        </p:nvSpPr>
        <p:spPr>
          <a:xfrm>
            <a:off x="0" y="1"/>
            <a:ext cx="12192000" cy="450760"/>
          </a:xfrm>
          <a:prstGeom prst="rect">
            <a:avLst/>
          </a:prstGeom>
          <a:solidFill>
            <a:srgbClr val="28414D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chemeClr val="bg1"/>
                </a:solidFill>
                <a:latin typeface="Karbon Semibold" panose="00000700000000000000" pitchFamily="50" charset="0"/>
              </a:rPr>
              <a:t>Other Job: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20C4A1E-A48D-784F-71A4-E681A7E51BEB}"/>
              </a:ext>
            </a:extLst>
          </p:cNvPr>
          <p:cNvSpPr/>
          <p:nvPr/>
        </p:nvSpPr>
        <p:spPr>
          <a:xfrm>
            <a:off x="-1" y="1146098"/>
            <a:ext cx="12192000" cy="25082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1"/>
          </a:gradFill>
          <a:ln>
            <a:noFill/>
          </a:ln>
          <a:effectLst>
            <a:outerShdw blurRad="25400" dist="12700" dir="27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39C976-6A1A-429C-897F-1A3947376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217939"/>
              </p:ext>
            </p:extLst>
          </p:nvPr>
        </p:nvGraphicFramePr>
        <p:xfrm>
          <a:off x="106209" y="2092260"/>
          <a:ext cx="11664950" cy="3255584"/>
        </p:xfrm>
        <a:graphic>
          <a:graphicData uri="http://schemas.openxmlformats.org/drawingml/2006/table">
            <a:tbl>
              <a:tblPr/>
              <a:tblGrid>
                <a:gridCol w="294672">
                  <a:extLst>
                    <a:ext uri="{9D8B030D-6E8A-4147-A177-3AD203B41FA5}">
                      <a16:colId xmlns:a16="http://schemas.microsoft.com/office/drawing/2014/main" val="4032636559"/>
                    </a:ext>
                  </a:extLst>
                </a:gridCol>
                <a:gridCol w="660472">
                  <a:extLst>
                    <a:ext uri="{9D8B030D-6E8A-4147-A177-3AD203B41FA5}">
                      <a16:colId xmlns:a16="http://schemas.microsoft.com/office/drawing/2014/main" val="1096080578"/>
                    </a:ext>
                  </a:extLst>
                </a:gridCol>
                <a:gridCol w="975466">
                  <a:extLst>
                    <a:ext uri="{9D8B030D-6E8A-4147-A177-3AD203B41FA5}">
                      <a16:colId xmlns:a16="http://schemas.microsoft.com/office/drawing/2014/main" val="4006591084"/>
                    </a:ext>
                  </a:extLst>
                </a:gridCol>
                <a:gridCol w="2448827">
                  <a:extLst>
                    <a:ext uri="{9D8B030D-6E8A-4147-A177-3AD203B41FA5}">
                      <a16:colId xmlns:a16="http://schemas.microsoft.com/office/drawing/2014/main" val="4070369815"/>
                    </a:ext>
                  </a:extLst>
                </a:gridCol>
                <a:gridCol w="660472">
                  <a:extLst>
                    <a:ext uri="{9D8B030D-6E8A-4147-A177-3AD203B41FA5}">
                      <a16:colId xmlns:a16="http://schemas.microsoft.com/office/drawing/2014/main" val="623608508"/>
                    </a:ext>
                  </a:extLst>
                </a:gridCol>
                <a:gridCol w="558861">
                  <a:extLst>
                    <a:ext uri="{9D8B030D-6E8A-4147-A177-3AD203B41FA5}">
                      <a16:colId xmlns:a16="http://schemas.microsoft.com/office/drawing/2014/main" val="1285182319"/>
                    </a:ext>
                  </a:extLst>
                </a:gridCol>
                <a:gridCol w="1696905">
                  <a:extLst>
                    <a:ext uri="{9D8B030D-6E8A-4147-A177-3AD203B41FA5}">
                      <a16:colId xmlns:a16="http://schemas.microsoft.com/office/drawing/2014/main" val="3142085025"/>
                    </a:ext>
                  </a:extLst>
                </a:gridCol>
                <a:gridCol w="1270138">
                  <a:extLst>
                    <a:ext uri="{9D8B030D-6E8A-4147-A177-3AD203B41FA5}">
                      <a16:colId xmlns:a16="http://schemas.microsoft.com/office/drawing/2014/main" val="4051086571"/>
                    </a:ext>
                  </a:extLst>
                </a:gridCol>
                <a:gridCol w="3099137">
                  <a:extLst>
                    <a:ext uri="{9D8B030D-6E8A-4147-A177-3AD203B41FA5}">
                      <a16:colId xmlns:a16="http://schemas.microsoft.com/office/drawing/2014/main" val="1188619169"/>
                    </a:ext>
                  </a:extLst>
                </a:gridCol>
              </a:tblGrid>
              <a:tr h="2133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SN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Plant #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Installer Id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Name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Date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Hours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JobTitle in system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Task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Sofachrome"/>
                        </a:rPr>
                        <a:t>Justification 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556719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59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Plant 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46532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Rafiqueislam Abulhossain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19-May-26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Act Buffer inspector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Act Buffer inspector Replace Mohammed Ali#47428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07369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60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Plant 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46859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Shihab Udheen Kutty Mayyeri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19-May-26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Act Supervisor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Act Supervisor Replace Naser Almakki#9656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090778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Plant 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47140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Golam Hasan Abdul Mannan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19-May-26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Sensor Holing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Sensor Holing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Sensor Holing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47938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Plant 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50193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Jayson Gatlbayan Alvarez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19-May-26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Working With Mr.Islam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994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49663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NABHAN PERUMBALLI RASSAK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 Controller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 control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3275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47820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Zubair Jafar Alam Haider Ali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Refurbishment work  With Mr. Islam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62102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47827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Ibrahim Abutaher Fadl Hakim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Refurbishment work  With Mr. Islam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448275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47828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Salem Mohammed Abdulrahim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Refurbishment work  With Mr. Islam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24724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46711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Youssef Ali Issa Al Aswad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Driver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Driver Alloy Wheel Line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778870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26993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EID MOHAMMED AHMED AL MUNTASHRI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Driver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Driver Alloy Wheel Line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373266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47831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Amer Amin Mohamed Bakhsh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Refurbishment work  With Mr. Islam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952068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36718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Nasruddin Khairuddin Mohammad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Refurbishment work  With Mr. Islam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480874"/>
                  </a:ext>
                </a:extLst>
              </a:tr>
              <a:tr h="1585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2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47833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Mahmood Ali Abd Al Kaliq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Referbishment &amp; DIO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Refurbishment work  With Mr. Islam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607752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 3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47426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Norul Amin Mohammad Hosan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Buffer Inspector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Buffer Inspector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241752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 3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47165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Mohammed Aslam Ali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Installer ( Act Sensor Holing )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Sensor Holing 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 Sensor Holing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328197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 4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45055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Elsafi Mirgani Mohieldin Banga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Inspector buffer area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Buffer Inspector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59534"/>
                  </a:ext>
                </a:extLst>
              </a:tr>
              <a:tr h="18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Plant 4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46522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Amad Miah Younus Miah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19-05-26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Installer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 Sensor holing</a:t>
                      </a:r>
                    </a:p>
                  </a:txBody>
                  <a:tcPr marL="6097" marR="6097" marT="60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 Sensor Holing </a:t>
                      </a:r>
                    </a:p>
                  </a:txBody>
                  <a:tcPr marL="6097" marR="6097" marT="60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08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12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3FF76-A5B6-A828-D574-6A0A16AE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96FE1-D738-EF4B-BD0E-475F24C83B1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0089DB1-4E13-9696-6436-4099C08E95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63525" y="6356350"/>
            <a:ext cx="10838229" cy="501650"/>
          </a:xfrm>
        </p:spPr>
        <p:txBody>
          <a:bodyPr/>
          <a:lstStyle/>
          <a:p>
            <a:r>
              <a:rPr lang="en-US"/>
              <a:t>© 2025 Abdul Latif Jameel Automotive Company Ltd. All copyright and other intellectual property rights are fully reserved. 
The Abdul Latif Jameel name, and the Abdul Latif Jameel logotype and pentagon-shaped graphic are trademarks, 
or registered trademarks of Abdul Latif Jameel IPR Company Limited.</a:t>
            </a:r>
          </a:p>
        </p:txBody>
      </p:sp>
    </p:spTree>
    <p:extLst>
      <p:ext uri="{BB962C8B-B14F-4D97-AF65-F5344CB8AC3E}">
        <p14:creationId xmlns:p14="http://schemas.microsoft.com/office/powerpoint/2010/main" val="262064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ALJ Mobility">
      <a:dk1>
        <a:srgbClr val="28414D"/>
      </a:dk1>
      <a:lt1>
        <a:srgbClr val="FFFFFF"/>
      </a:lt1>
      <a:dk2>
        <a:srgbClr val="000000"/>
      </a:dk2>
      <a:lt2>
        <a:srgbClr val="3C6474"/>
      </a:lt2>
      <a:accent1>
        <a:srgbClr val="28414D"/>
      </a:accent1>
      <a:accent2>
        <a:srgbClr val="3C6474"/>
      </a:accent2>
      <a:accent3>
        <a:srgbClr val="EEC643"/>
      </a:accent3>
      <a:accent4>
        <a:srgbClr val="D53B41"/>
      </a:accent4>
      <a:accent5>
        <a:srgbClr val="F8ED08"/>
      </a:accent5>
      <a:accent6>
        <a:srgbClr val="5C6670"/>
      </a:accent6>
      <a:hlink>
        <a:srgbClr val="3F6575"/>
      </a:hlink>
      <a:folHlink>
        <a:srgbClr val="D53A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1465</Words>
  <Application>Microsoft Office PowerPoint</Application>
  <PresentationFormat>Widescreen</PresentationFormat>
  <Paragraphs>341</Paragraphs>
  <Slides>12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72 Black</vt:lpstr>
      <vt:lpstr>Aptos</vt:lpstr>
      <vt:lpstr>Aptos Display</vt:lpstr>
      <vt:lpstr>Aptos Narrow</vt:lpstr>
      <vt:lpstr>Aptos SemiBold</vt:lpstr>
      <vt:lpstr>Arial</vt:lpstr>
      <vt:lpstr>Calibri</vt:lpstr>
      <vt:lpstr>Karbon Bold</vt:lpstr>
      <vt:lpstr>Karbon Semibold</vt:lpstr>
      <vt:lpstr>Montserrat SemiBold</vt:lpstr>
      <vt:lpstr>Sofachrome</vt:lpstr>
      <vt:lpstr>Office Theme</vt:lpstr>
      <vt:lpstr>PIO Daily Production Overall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Campbell</dc:creator>
  <cp:lastModifiedBy>Mazen Mohammed Al Shibani</cp:lastModifiedBy>
  <cp:revision>1</cp:revision>
  <dcterms:created xsi:type="dcterms:W3CDTF">2024-11-29T10:11:59Z</dcterms:created>
  <dcterms:modified xsi:type="dcterms:W3CDTF">2026-05-20T07:12:53Z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c30631-53b8-4fcf-bd6e-2fc80ac82da0_Enabled">
    <vt:lpwstr>true</vt:lpwstr>
  </property>
  <property fmtid="{D5CDD505-2E9C-101B-9397-08002B2CF9AE}" pid="3" name="MSIP_Label_60c30631-53b8-4fcf-bd6e-2fc80ac82da0_SetDate">
    <vt:lpwstr>2025-03-24T18:23:10Z</vt:lpwstr>
  </property>
  <property fmtid="{D5CDD505-2E9C-101B-9397-08002B2CF9AE}" pid="4" name="MSIP_Label_60c30631-53b8-4fcf-bd6e-2fc80ac82da0_Method">
    <vt:lpwstr>Standard</vt:lpwstr>
  </property>
  <property fmtid="{D5CDD505-2E9C-101B-9397-08002B2CF9AE}" pid="5" name="MSIP_Label_60c30631-53b8-4fcf-bd6e-2fc80ac82da0_Name">
    <vt:lpwstr>ALJ INTERNAL</vt:lpwstr>
  </property>
  <property fmtid="{D5CDD505-2E9C-101B-9397-08002B2CF9AE}" pid="6" name="MSIP_Label_60c30631-53b8-4fcf-bd6e-2fc80ac82da0_SiteId">
    <vt:lpwstr>8b5f60ac-e420-4280-b0a5-0d6fd7eaf2d7</vt:lpwstr>
  </property>
  <property fmtid="{D5CDD505-2E9C-101B-9397-08002B2CF9AE}" pid="7" name="MSIP_Label_60c30631-53b8-4fcf-bd6e-2fc80ac82da0_ActionId">
    <vt:lpwstr>3940a9b6-8f13-4369-942a-4a5a8a178f0b</vt:lpwstr>
  </property>
  <property fmtid="{D5CDD505-2E9C-101B-9397-08002B2CF9AE}" pid="8" name="MSIP_Label_60c30631-53b8-4fcf-bd6e-2fc80ac82da0_ContentBits">
    <vt:lpwstr>2</vt:lpwstr>
  </property>
  <property fmtid="{D5CDD505-2E9C-101B-9397-08002B2CF9AE}" pid="9" name="MSIP_Label_60c30631-53b8-4fcf-bd6e-2fc80ac82da0_Tag">
    <vt:lpwstr>10, 3, 0, 1</vt:lpwstr>
  </property>
  <property fmtid="{D5CDD505-2E9C-101B-9397-08002B2CF9AE}" pid="10" name="ClassificationContentMarkingFooterLocations">
    <vt:lpwstr>Office Theme:7</vt:lpwstr>
  </property>
  <property fmtid="{D5CDD505-2E9C-101B-9397-08002B2CF9AE}" pid="11" name="ClassificationContentMarkingFooterText">
    <vt:lpwstr>INTERNAL</vt:lpwstr>
  </property>
</Properties>
</file>